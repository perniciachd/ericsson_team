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881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Plus Jakarta Sans"/>
              </a:rPr>
              <a:t>Styling in React 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149ECA"/>
                </a:solidFill>
                <a:latin typeface="Plus Jakarta Sans"/>
              </a:rPr>
              <a:t>Tailwind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7091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Style components fast with utility classes — responsive, consistent, no CSS files to juggle.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Styling in React (Tailwind CSS)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Explain utility-first styling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Style a component with Tailwind classes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Make a layout responsive with breakpoints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Compose repeated styles cleanly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Compare CSS Modules and CSS-in-JS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Styling should not slow you 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Naming CSS classes is surprisingly hard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Stylesheets drift and grow stale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Tailwind styles right in the markup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Fast, consistent, easy to change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Tailwind gives you small utility classes so you style in JSX without writing CSS 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Utility-first styling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is utility-first?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Tiny classes each do one thing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p-4 = padding; flex = display flex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Compose them on an element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No custom CSS for common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utility class is a one-job style; you combine many to build a component’s look.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Utility classes,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2918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49ECA"/>
                </a:solidFill>
                <a:latin typeface="Plus Jakarta Sans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052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A2433"/>
                </a:solidFill>
                <a:latin typeface="Inter"/>
              </a:rPr>
              <a:t>Utility classes are LEGO bricks: each brick does one small thing, and you snap a handful together to build exactly the shape you want — no moulding custom pieces.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utilities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9270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781812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Class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What it does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p-4  /  px-6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Padding all / horizontal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flex  /  gap-3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Flexbox with spacing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text-lg  font-bold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Larger, bold text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rounded-xl  shadow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Rounded corners, shadow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Card.tsx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Card({ title }: { title: string })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&lt;div className="p-4 rounded-xl shadow bg-white"&gt;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&lt;h2 className="text-lg font-bold text-slate-800"&gt;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  {title}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&lt;/h2&gt;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&lt;/div&gt;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Utilities in className style the card — no separate CSS 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Responsive layouts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RESPONSIVE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Responsive with breakpoints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Prefixes apply styles at a screen size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sm: md: lg: xl: — mobile-first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No prefix = all sizes; sm: = ≥640px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md:flex means flex from tablet 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prefix like md: turns a class on only at that screen width and larger.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BREAKPOINTS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Mobile-first, scaling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base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phones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sm: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≥640px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md: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≥768px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lg: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≥1024px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FundGrid.tsx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FundGrid({ children }: { children: React.ReactNode })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&lt;div className="grid grid-cols-1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              md:grid-cols-2 lg:grid-cols-3 gap-4"&gt;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{children}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&lt;/div&gt;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1 column on phones, 2 from tablet (md:), 3 on desktop (lg:).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Composing repeated styles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Long class lists repeat across elements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Extract a component, not a CSS class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Or build the string with a helper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Keep buttons and cards consistent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✦  TIP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Repeating the same classes? Wrap them in a &lt;Button&gt; component so the styling lives in one place.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Other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CSS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Write real CSS in a  .module.css  file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Class names are scoped to the component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Import styles and use  styles.card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No global name clashes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CSS Modules keep normal CSS, but scope each class so names never collide.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CSS-in-JS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Write styles inside JavaScript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Libraries: styled-components, Emotion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Styles can react to props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Adds a runtime and setup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CSS-in-JS writes styles in JS, so they can change with props — at some runtime cost.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Three ways to style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927080" cy="226771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3909060"/>
                <a:gridCol w="390906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Approach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Style lives in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Best for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Tailwind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className utilities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Fast, consistent UI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CSS Modules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.module.css files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Plain CSS, scoped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CSS-in-JS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JS components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Prop-driven styles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Style a SIP card with Tailwind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Padding, rounded corners, a shadow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Stack on phones, row from  md: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Bold the fund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className="flex flex-col md:flex-row gap-3 p-4 rounded-xl shadow bg-white"  on the card wrapper.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Building class names by string concat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Desktop-first instead of mobile-first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Inline style={} instead of utilities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Repeating class lists everywhere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Tailwind can’t see dynamically built class strings — use full class names, or a safelist, so styles aren’t purged.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Utility-first: style in JSX with small classes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Tailwind is the capstone’s default styling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Prefixes (md:, lg:) make layouts responsive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Reuse styles by extracting components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CSS Modules and CSS-in-JS are alternatives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is a Tailwind utility class?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full component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tiny class that does one style job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JavaScript function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CSS file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does  md:grid-cols-2  mean?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2 columns on all screens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2 columns from the md breakpoint 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2 columns only on mobile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2px margin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Tailwind is mobile-first. A class with no prefix applies…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only on desktop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at all screen sizes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only on mobile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never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Which scopes plain CSS to one component?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Inline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CSS Modules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global stylesheet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Tailwind only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Styling in React (Tailwind CSS)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utility class applies one small style; you compose many.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The md: prefix applies the class from that width upward.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Unprefixed classes are the mobile base, applied everywhere.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CSS Modules scope class names to the importing component.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