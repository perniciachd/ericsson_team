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240280"/>
            <a:ext cx="1737360" cy="82296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49ECA"/>
                </a:solidFill>
                <a:latin typeface="Plus Jakarta Sans"/>
              </a:rPr>
              <a:t>REACT.JS + TYPESCRIPT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789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 i="0">
                <a:solidFill>
                  <a:srgbClr val="FFFFFF"/>
                </a:solidFill>
                <a:latin typeface="Plus Jakarta Sans"/>
              </a:rPr>
              <a:t>Lists </a:t>
            </a:r>
            <a:r>
              <a:rPr sz="5400" b="1" i="0">
                <a:solidFill>
                  <a:srgbClr val="149ECA"/>
                </a:solidFill>
                <a:latin typeface="Plus Jakarta Sans"/>
              </a:rPr>
              <a:t>&amp;</a:t>
            </a:r>
            <a:r>
              <a:rPr sz="5400" b="1" i="0">
                <a:solidFill>
                  <a:srgbClr val="149ECA"/>
                </a:solidFill>
                <a:latin typeface="Plus Jakarta Sans"/>
              </a:rPr>
              <a:t> Keys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77639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C9D6E4"/>
                </a:solidFill>
                <a:latin typeface="Inter"/>
              </a:rPr>
              <a:t>Turn typed arrays into UI — and give every item a stable key React can trust.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547104"/>
            <a:ext cx="10058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FFFFFF"/>
                </a:solidFill>
                <a:latin typeface="Inter"/>
              </a:rPr>
              <a:t>React.js + TypeScript Training  -  Lists &amp; Keys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What you'll be able to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Lists &amp; Keys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783080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01368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Map a typed array to components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624328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642616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Explain why keys matter (reconciliation)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465576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483864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Pick a stable key, not the array index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306824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325112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Filter a list without losing identity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5148072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5166360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Build a typed, filterable list UI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Most UIs are lists of things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Lists &amp; Keys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Feeds, tables, menus, search results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You render one component per item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Keys let React update lists correctly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Wrong keys cause subtle, ugly bugs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Rendering a list means turning an array of data into an array of components.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Mapping arrays to UI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Lists &amp; Keys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RENDERING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Map an array to elements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Lists &amp; Keys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Use  array.map()  inside JSX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Each item returns one element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Types flow: User[] gives typed  user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Give each element a  key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map() walks the array and returns one JSX element per item, fully typed.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UserList.tsx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Lists &amp; Keys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type User = { id: number; name: string };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UserList({ users }: { users: User[] })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(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&lt;ul&gt;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{users.map(u =&gt; (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  &lt;li key={u.id}&gt;{u.name}&lt;/li&gt;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))}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&lt;/ul&gt;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map() turns each typed User into an &lt;li&gt; with a stable id key.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Why keys matter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Lists &amp; Keys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KEYS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What is a key?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Lists &amp; Keys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 stable id React attaches to each item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Tells React which item is which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Used to match items between renders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Must be unique among siblings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 key is a per-item ID that helps React track each element across renders.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Keys, in plain terms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Lists &amp; Keys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10927080" cy="329184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1463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0" b="1" i="0">
                <a:solidFill>
                  <a:srgbClr val="149ECA"/>
                </a:solidFill>
                <a:latin typeface="Plus Jakarta Sans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743200"/>
            <a:ext cx="905256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1A2433"/>
                </a:solidFill>
                <a:latin typeface="Inter"/>
              </a:rPr>
              <a:t>Keys are name tags at a conference: when people rearrange, staff find each person by tag — not by the seat they happened to be 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KEYS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Reconciliation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Lists &amp; Keys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React diffs the old list against the new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Matching keys = reuse the same element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New keys = create; missing = remove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Good keys mean minimal, correct updates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Reconciliation is how React reuses elements by matching keys instead of rebuilding all.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How keys drive a list update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Lists &amp; Keys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2388870" cy="1463040"/>
          </a:xfrm>
          <a:prstGeom prst="roundRect">
            <a:avLst/>
          </a:prstGeom>
          <a:solidFill>
            <a:srgbClr val="149EC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New array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data changed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381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6150" y="2834640"/>
            <a:ext cx="2388870" cy="1463040"/>
          </a:xfrm>
          <a:prstGeom prst="roundRect">
            <a:avLst/>
          </a:prstGeom>
          <a:solidFill>
            <a:srgbClr val="0B6D8C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map()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elements + keys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988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2220" y="2834640"/>
            <a:ext cx="2388870" cy="1463040"/>
          </a:xfrm>
          <a:prstGeom prst="roundRect">
            <a:avLst/>
          </a:prstGeom>
          <a:solidFill>
            <a:srgbClr val="3178C6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Match keys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old vs new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595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78290" y="2834640"/>
            <a:ext cx="2388870" cy="14630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Patch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reuse, add, remove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Key anti-patterns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Lists &amp; Keys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ANTI-PATTERNS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Don’t use the array index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Lists &amp; Keys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key={index} looks fine — until you reorder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Insert or sort, and keys shift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React reuses the wrong element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State and inputs jump to wrong rows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Index keys break when the list reorders, because an item’s index isn’t really its identity.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keys.tsx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Lists &amp; Keys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// BAD: index changes when the list reorders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{items.map((it, i) =&gt; (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&lt;Row key={i} item={it} /&gt;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))}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// GOOD: a stable id that belongs to the item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{items.map(it =&gt; (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&lt;Row key={it.id} item={it} /&gt;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))}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Prefer a stable id from the data over the array index.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Choosing a key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Lists &amp; Keys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74519"/>
          <a:ext cx="10927080" cy="28346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91840"/>
                <a:gridCol w="7635240"/>
              </a:tblGrid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Key source</a:t>
                      </a:r>
                    </a:p>
                  </a:txBody>
                  <a:tcPr anchor="ctr" marL="128016" marR="12801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Verdict</a:t>
                      </a:r>
                    </a:p>
                  </a:txBody>
                  <a:tcPr anchor="ctr" marL="128016" marR="128016">
                    <a:solidFill>
                      <a:srgbClr val="0B1F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JetBrains Mono"/>
                        </a:rPr>
                        <a:t>item.id (from data)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Best — stable and unique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JetBrains Mono"/>
                        </a:rPr>
                        <a:t>a unique slug / uuid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Good — stable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JetBrains Mono"/>
                        </a:rPr>
                        <a:t>array index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Avoid — shifts on reorder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JetBrains Mono"/>
                        </a:rPr>
                        <a:t>Math.random()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Never — changes every render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A typed, filterable 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Lists &amp; Keys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BUILDING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Filter, then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Lists &amp; Keys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Keep the full array in state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Derive the shown list with  filter()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Keys stay tied to  item.id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Identity survives the filter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Filter the data to decide what shows; keys stay on the real ids so items keep identity.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TaskList.tsx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Lists &amp; Keys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type Task = { id: number; title: string; done: boolean };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TaskList({ tasks }: { tasks: Task[] })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const [hideDone, setHide] = useState(false);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const shown = hideDone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? tasks.filter(t =&gt; !t.done)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: tasks;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(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&lt;ul&gt;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{shown.map(t =&gt; &lt;li key={t.id}&gt;{t.title}&lt;/li&gt;)}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&lt;/ul&gt;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Filter derives the shown tasks; each key stays the task’s real id.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TaskList.tsx  (the toggle)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Lists &amp; Keys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import { useState } from "react";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// inside the component, above the &lt;ul&gt;: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&lt;label&gt;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&lt;input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type="checkbox"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checked={hideDone}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onChange={e =&gt; setHide(e.target.checked)} /&gt;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Hide completed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&lt;/label&gt;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A typed checkbox toggles the filter; the list re-derives on change.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Your turn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Lists &amp; Keys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Render a typed  Product[]  as a list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Key each row by  product.id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Add a search box over the title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Show only products that match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18872" cy="105156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8581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E9E6A"/>
                </a:solidFill>
                <a:latin typeface="Plus Jakarta Sans"/>
              </a:rPr>
              <a:t>▶  TRY IT YOURSELF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Inter"/>
              </a:rPr>
              <a:t>const shown = products.filter(p =&gt; p.title.includes(q));  then  shown.map(p =&gt; &lt;li key={p.id}&gt;{p.title}&lt;/li&gt;).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Common mistakes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Lists &amp; Keys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Using the array index as the key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key={Math.random()} — new every render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Forgetting a key (React warns)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Putting the key on a child, not the mapped root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18872" cy="1051560"/>
          </a:xfrm>
          <a:prstGeom prst="rect">
            <a:avLst/>
          </a:prstGeom>
          <a:solidFill>
            <a:srgbClr val="C97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8581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97A0E"/>
                </a:solidFill>
                <a:latin typeface="Plus Jakarta Sans"/>
              </a:rPr>
              <a:t>⚠  WATCH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Inter"/>
              </a:rPr>
              <a:t>The key goes on the OUTERMOST element returned by map() — not on an inner child.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Lists &amp; Keys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22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189280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Render lists with array.map() in JSX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276148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74319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Give every item a stable, unique key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63016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61187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Use item.id, never the array index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49884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48055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Keys drive correct reconciliation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536752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34923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Filter the data; keep keys on real ids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Lists &amp; Keys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1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Lists &amp; Keys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How do you render a typed array as elements?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array.forEach(...)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array.map(item =&gt; &lt;El key={item.id} /&gt;)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array.filter(...)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 for loop in JSX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Lists &amp; Keys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Why avoid the array index as a key?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It’s too long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It shifts when the list reorders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It’s not a string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React forbids numbers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3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Lists &amp; Keys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What is the best source for a key?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Math.random()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The array index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 stable id from the item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The item’s position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4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Lists &amp; Keys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Where does the key belong?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On an inner child element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On the outermost element map() returns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On the &lt;ul&gt; wrapper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Anywhere in the tree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Answer key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Lists &amp; Keys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002536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901952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Q1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map() returns one keyed element per typed item.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843784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3063240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962656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Q2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Index keys shift on reorder, so React reuses wrong elements.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04488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4123944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023360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Q3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 stable id from the data uniquely identifies the item.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65192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5184648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5084064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Q4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The key goes on the top element each map() iteration returns.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