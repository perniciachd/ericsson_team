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Plus Jakarta Sans"/>
              </a:rPr>
              <a:t>Components </a:t>
            </a:r>
            <a:r>
              <a:rPr sz="5200" b="1" i="0">
                <a:solidFill>
                  <a:srgbClr val="149ECA"/>
                </a:solidFill>
                <a:latin typeface="Plus Jakarta Sans"/>
              </a:rPr>
              <a:t>&amp;</a:t>
            </a:r>
            <a:r>
              <a:rPr sz="5200" b="1" i="0">
                <a:solidFill>
                  <a:srgbClr val="149ECA"/>
                </a:solidFill>
                <a:latin typeface="Plus Jakarta Sans"/>
              </a:rPr>
              <a:t> Props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Build reusable UI blocks and pass typed data into them with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Components &amp; Props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Write functional components the modern way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props with interfaces and optional fields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Give props default values cleanly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children with ReactNode for composition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ref as a prop — React 19, no forwardRef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Components + props are React’s core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Everything you build is a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Props pass data from parent to child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Typed props catch mistakes as you type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Good props make components reusable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component is a reusable UI function; props are the typed inputs you hand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Functional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Functional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Just a function that returns JSX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Name starts with a capital letter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one per file, export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standard way to write React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functional component is a function whose output is the UI React draws.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Hello.tsx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Hello()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&lt;h1&gt;Hello, React!&lt;/h1&gt;;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default Hello;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The tiniest component: a function that returns JSX.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Class components (legacy)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Older syntax using  class … extends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You’ll see them in existing codebases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Not recommended for new components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Hooks replaced what classes offered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Class components are the old style — recognise them, but write functions for new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Typing props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Typing props with an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An interface names your props’ shape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Each prop gets a type:  title: string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editor autocompletes and checks them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wrong prop type fails before running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interface is a labelled contract listing exactly which props a component accepts.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Optional props and defaults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Mark optional props with a  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Optional means the value may be undefined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Set a default in the parameter list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Defaults keep the component predictable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? makes a prop skippable; a default value fills in when the caller omits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Card.tsx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type { ReactNode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interface CardProps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title: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highlight?: boolean;   // optional prop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children: ReactNode;   // typed children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Card({ title, highlight = false, children }: CardProps)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&lt;section className={highlight ? "card hot" : "card"}&gt;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&lt;h2&gt;{title}&lt;/h2&gt;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{children}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&lt;/section&gt;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props interface, an optional prop with a default, and typed children.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Props flow parent to child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Parent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holds the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Props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typed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Child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receives props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UI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renders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Children &amp; 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Children,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A component with children is like a picture frame: it sets the border and layout, and whatever photo you slot inside becomes the content.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Typing children with ReactNode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children = whatever you nest inside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ReactNode covers text, elements, and more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it as  children: ReactNode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Lets components wrap any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ReactNode is the ‘anything renderable’ type — the safe type for children.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Composition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Wrap content by nesting components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Prefer composition over deep prop lists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Pass elements as props for flexible slots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Small pieces combine into rich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Composition means building big UI by nesting small components, not by adding endless props.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Split.tsx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type { ReactNode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Split({ left, right }: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left: ReactNode;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right: ReactNode;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&lt;div&gt;{left}{right}&lt;/div&gt;;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pass elements into the slots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&lt;Split left={&lt;Sidebar /&gt;}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right={&lt;Content /&gt;} /&gt;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Pass elements as props to fill flexible layout slots.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React 19: ref as a prop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ref is now a regular prop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Pass  ref  straight into your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 forwardRef  wrapper needed anymore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 it like any other prop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Simpler, less boilerplate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In React 19 a function component can accept  ref  as a normal prop — forwardRef is no longer required.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TextInput.tsx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type { Ref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interface InputProps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label: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ref?: Ref&lt;HTMLInputElement&gt;;   // React 19: ref as a prop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TextInput({ label, ref }: InputProps)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&lt;label&gt;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{label}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&lt;input ref={ref}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&lt;/label&gt;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React 19 passes ref like any other prop — no forwardRef wrapper.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 a typed Badge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Take a  label: string  prop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optional  tone?: "info" | "warn"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 children next to the label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Define  interface BadgeProps { label: string; tone?: "info" | "warn"; children: ReactNode }  and render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Naming a component in lowercase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Typing props as  any  instead of a shape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 ?  makes a prop optional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Reaching for forwardRef in 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Lowercase names render as HTML tags — always capitalise components, and type props with an interface, not any.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Write components as functions returning JSX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props with an interface, not any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? and defaults for optional props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children as ReactNode to compose UI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React 19: ref is a prop — skip forwardRef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How should you type a component’s props?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As  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With an interface or 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You can’t type props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As a string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makes a prop optional in TypeScript?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 !  after the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 ?  after the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Wrapping it in  Optional&lt;&gt;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Leaving it out of the interface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type best fits a  children  prop?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string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ReactNode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HTMLElement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In React 19, how do you pass a ref to a function component?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Wrap it in forwardRef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As a regular prop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Through context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You cannot pass refs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Components &amp; Props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interface (or type) gives props a checked, documented shape.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trailing ? marks the prop optional (possibly undefined).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ReactNode accepts any renderable content nested inside.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19 treats ref as a normal prop — no forwardRef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