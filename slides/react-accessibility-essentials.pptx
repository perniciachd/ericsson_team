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40280"/>
            <a:ext cx="1737360" cy="82296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9ECA"/>
                </a:solidFill>
                <a:latin typeface="Plus Jakarta Sans"/>
              </a:rPr>
              <a:t>REACT.JS + TYPESCRIPT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789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Plus Jakarta Sans"/>
              </a:rPr>
              <a:t>Accessibility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4800" b="1" i="0">
                <a:solidFill>
                  <a:srgbClr val="149ECA"/>
                </a:solidFill>
                <a:latin typeface="Plus Jakarta Sans"/>
              </a:rPr>
              <a:t>Essentials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7091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C9D6E4"/>
                </a:solidFill>
                <a:latin typeface="Inter"/>
              </a:rPr>
              <a:t>Build UIs everyone can use — with semantic HTML, keyboard access, and just-enough ARIA.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547104"/>
            <a:ext cx="10058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Inter"/>
              </a:rPr>
              <a:t>React.js + TypeScript Training  -  Accessibility Essentials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you'll be able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Accessibility 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01368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Use semantic HTML for structure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624328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42616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Support keyboard navigation and focus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465576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83864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Apply ARIA basics — and know when not to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306824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325112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Recognise WCAG and its goals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148072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166360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Catch issues with an a11y linter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The web is for everyone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Accessibility 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Many users rely on keyboards or readers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Accessibility is often a legal requirement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Accessible markup is also cleaner code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It helps every user, not just some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Accessibility (a11y) means building so people with disabilities can use your app too.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Semantic HTML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Accessibility Essentials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Use the right element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Accessibility 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&lt;button&gt; for actions, &lt;a&gt; for links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Headings &lt;h1&gt;–&lt;h3&gt; in order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Landmarks: &lt;nav&gt;, &lt;main&gt;, &lt;header&gt;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Screen readers rely on this meaning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Semantic HTML uses elements for what they mean, so assistive tech understands the page.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Semantic HTML, in plain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Accessibility 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927080" cy="329184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1463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149ECA"/>
                </a:solidFill>
                <a:latin typeface="Plus Jakarta Sans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43200"/>
            <a:ext cx="905256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1A2433"/>
                </a:solidFill>
                <a:latin typeface="Inter"/>
              </a:rPr>
              <a:t>Semantic tags are labelled rooms in a building: a screen-reader user navigates by ‘kitchen’, ‘exit’, ‘stairs’ — not by wandering identical unmarked &lt;div&gt; boxes.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Label every input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Accessibility 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Every field needs a real label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Tie label to input with  htmlFor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Clicking the label focuses the field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Placeholders are not labels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label tells everyone what a field is for; screen readers announce it on focus.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EmailField.tsx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Accessibility 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EmailField()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&lt;div&gt;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&lt;label htmlFor="email"&gt;Email address&lt;/label&gt;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&lt;input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  id="email"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  type="email"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  autoComplete="email"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/&gt;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&lt;/div&gt;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htmlFor ties the label to the input’s id — the core of an accessible field.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Keyboard &amp; focus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Accessibility Essentials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KEYBOARD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Everything works with the keyboard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Accessibility 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Tab moves between controls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Enter / Space activate them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Native buttons and links just work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clickable &lt;div&gt; does not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Users who can’t use a mouse tab through the page, so every action must be reachable.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Keep focus visible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Accessibility 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The focus ring shows where you are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Never remove outline with no replacement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Manage focus after navigation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Move focus to new content or headings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C9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97A0E"/>
                </a:solidFill>
                <a:latin typeface="Plus Jakarta Sans"/>
              </a:rPr>
              <a:t>⚠  WATCH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Never use outline: none without a visible replacement — keyboard users lose track of where they 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SearchBox.tsx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Accessibility 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useRef, useEffect } from "react";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SearchBox()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ref = useRef&lt;HTMLInputElement&gt;(null);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useEffect(() =&gt;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ref.current?.focus();   // focus on mount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}, []);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&lt;input ref={ref} aria-label="Search funds" /&gt;;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A typed ref moves focus to the input when the component mounts.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KEYBOARD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Tab order follows the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Accessibility 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2388870" cy="1463040"/>
          </a:xfrm>
          <a:prstGeom prst="roundRect">
            <a:avLst/>
          </a:prstGeom>
          <a:solidFill>
            <a:srgbClr val="149EC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Tab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next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381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6150" y="2834640"/>
            <a:ext cx="2388870" cy="1463040"/>
          </a:xfrm>
          <a:prstGeom prst="roundRect">
            <a:avLst/>
          </a:prstGeom>
          <a:solidFill>
            <a:srgbClr val="0B6D8C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Focus ring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shows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988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2220" y="2834640"/>
            <a:ext cx="2388870" cy="1463040"/>
          </a:xfrm>
          <a:prstGeom prst="roundRect">
            <a:avLst/>
          </a:prstGeom>
          <a:solidFill>
            <a:srgbClr val="3178C6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Enter / Space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activate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595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78290" y="2834640"/>
            <a:ext cx="2388870" cy="14630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Shift+Tab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go back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ARIA — use with care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Accessibility Essentials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is ARIA?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Accessibility 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Attributes that add meaning for readers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aria-label, aria-expanded, role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Fills gaps native HTML can’t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supplement, not a replacement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ARIA adds accessibility hints when no native element already conveys the meaning.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When NOT to reach for ARIA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Accessibility 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Prefer a real element first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&lt;button&gt; beats role="button"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Wrong ARIA is worse than none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‘No ARIA is better than bad ARIA’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If a native element does the job, use it — don’t re-create it with ARIA.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Reach for native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Accessibility 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74519"/>
          <a:ext cx="1092708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383280"/>
                <a:gridCol w="3771900"/>
                <a:gridCol w="377190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Need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Do this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Not this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A clickable action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&lt;button&gt;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&lt;div onClick&gt; + role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A link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&lt;a href&gt;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&lt;span&gt; + onClick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A checkbox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&lt;input type&gt;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div + aria-checked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A label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&lt;label htmlFor&gt;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aria-label everywhere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WCAG &amp; linting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Accessibility Essentials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WCAG in one minute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Accessibility 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The web accessibility guidelines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Perceivable, Operable, Understandable, Robust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Aim for the AA level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Colour contrast is a common 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WCAG is the standard checklist for accessible sites; teams usually target level AA.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TOOLING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Lint for accessibility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Accessibility 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eslint-plugin-jsx-a11y checks your JSX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Flags missing labels and alt text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Catches a clickable non-button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Fast feedback, right in the editor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✦  TIP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Add eslint-plugin-jsx-a11y — it warns about missing labels, alt text, and keyboard traps as you type.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Your 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Accessibility 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Make the SIP search box accessible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Add a &lt;label&gt; with  htmlFor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Ensure it’s reachable by Tab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Keep a visible focus 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9E6A"/>
                </a:solidFill>
                <a:latin typeface="Plus Jakarta Sans"/>
              </a:rPr>
              <a:t>▶  TRY IT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&lt;label htmlFor="q"&gt;Search funds&lt;/label&gt;&lt;input id="q" type="search" /&gt; — labelled and keyboard-ready.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Common mistakes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Accessibility 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Clickable &lt;div&gt; with no keyboard support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Placeholder used instead of a label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Removing the focus outline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Overusing ARIA on native elements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C9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97A0E"/>
                </a:solidFill>
                <a:latin typeface="Plus Jakarta Sans"/>
              </a:rPr>
              <a:t>⚠  WATCH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A &lt;div onClick&gt; can’t be tabbed to or triggered by Enter — use a real &lt;button&gt; so the keyboard works.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Accessibility 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23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89280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Semantic HTML gives structure and meaning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76148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4319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Label every input with htmlFor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3016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1187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Everything must work by keyboard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49884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8055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Keep the focus ring visible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36752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4923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Native first; ARIA only to fill gaps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Accessibility Essentials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Accessibility 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How do you associate a label with an input?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placeholder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&lt;label htmlFor&gt; matching the input 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nearby &lt;span&gt;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aria-hidden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Accessibility 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Why prefer &lt;button&gt; over &lt;div onClick&gt;?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It’s shorter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It’s keyboard and screen-reader accessible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It looks nicer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div can’t take onClick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Accessibility 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When should you reach for ARIA?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Always, on every element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Only when no native element fits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To replace &lt;button&gt;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Never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Accessibility 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What does eslint-plugin-jsx-a11y do?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Styles your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Flags accessibility issues in JSX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Runs your 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Bundles the app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Answer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Accessibility 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002536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01952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Q1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&lt;label htmlFor&gt; tied to the input id links them for everyone.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43784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063240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962656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Q2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real button is focusable and works with Enter/Space.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04488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4123944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023360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Q3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Use ARIA only when native HTML can’t convey the meaning.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65192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5184648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084064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Q4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The plugin warns about a11y problems as you write JSX.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