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Plus Jakarta Sans"/>
              </a:rPr>
              <a:t>React Hook Form </a:t>
            </a:r>
            <a:r>
              <a:rPr sz="4600" b="1" i="0">
                <a:solidFill>
                  <a:srgbClr val="149ECA"/>
                </a:solidFill>
                <a:latin typeface="Plus Jakarta Sans"/>
              </a:rPr>
              <a:t>+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49ECA"/>
                </a:solidFill>
                <a:latin typeface="Plus Jakarta Sans"/>
              </a:rPr>
              <a:t>Zod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Validate forms schema-first — write the rules once and let TypeScript infer the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React Hook Form + Zod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Say why React Hook Form beats Formik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Write a Zod validation schema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Infer the form type with z.infer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Wire the schema into React Hook Form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Show typed errors and async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Hand-rolled forms don’t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Manual state and validation get messy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Duplicated rules drift out of sync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Untyped errors slip through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library handles the hard parts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Hook Form manages form state and validation so you write far less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Why React Hook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THE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React Hook Form over Formik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RHF is actively maintained; Formik is not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Uncontrolled inputs mean fewer re-renders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Faster on large forms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Tiny API, first-class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Hook Form is the modern, faster, better-typed choice; Formik is now dormant.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RHF vs Formik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3771900"/>
                <a:gridCol w="377190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Aspect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React Hook Form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Formik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Maintenance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Active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Stalled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Re-renders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Minimal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Many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Bundle size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Small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Larger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TypeScript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First-class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Add-on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React Hook Form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useForm() gives you the tools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register() wires an input 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handleSubmit() validates then calls you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formState.errors holds the 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useForm registers inputs and validates them, then hands you clean, typed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Schema-first with Zod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Zod?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schema describes valid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Zod validates at runtime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Rules live in one place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same schema types your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Zod is a schema you write once; it both checks data and describes its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Schema-first,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 Zod schema is a passport checkpoint: one rulebook decides who may pass, and everyone downstream trusts the stamp — no re-checking the same details twice.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three packages: the form, the validator, the bridge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npm install react-hook-form zod @hookform/resolvers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react-hook-form runs the form, zod validates, the resolver links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schema.ts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z } from "zod";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const signupSchema = z.object({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email: z.string().email("Enter a valid email"),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password: z.string().min(8, "Min 8 characters"),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one source of truth -&gt; the form's type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type SignupForm = z.infer&lt;typeof signupSchema&gt;;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z.infer derives the TypeScript type straight from the schema.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Infer types with z.infer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Write the schema once, only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z.infer&lt;typeof schema&gt; gives the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Change a rule, the type follows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separate interface to maintain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z.infer reads your schema and produces the matching type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Wiring it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SignupForm.tsx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{ register, handleSubmit, formState }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useForm&lt;SignupForm&gt;({ resolver: zodResolver(signupSchema)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&lt;form onSubmit={handleSubmit(save)}&gt;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&lt;input {...register("email")}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&lt;p&gt;{formState.errors.email?.message}&lt;/p&gt;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&lt;input type="password" {...register("password")}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&lt;button&gt;Sign up&lt;/button&gt;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&lt;/form&gt;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zodResolver runs the schema; errors.email.message is a typed string.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 submit is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Submit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user clicks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Zod schema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checks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Valid?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errors or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Handler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typed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Typed error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Messages come from the schema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via  formState.errors.field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 errors.email?.message  by the input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Fully typed to your form’s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Each field’s error text lives on formState.errors and is typed to that field.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Async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Some checks need a server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Is this email already taken?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Zod supports  .refine()  with async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RHF awaits it before submit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Use schema.refine(async (v) =&gt; await isEmailFree(v.email), { message: "Email taken" }) for server-side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Write a Zod schema for a login form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email string + password min 8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Infer the type with  z.infer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the email error under the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s = z.object({ email: z.string().email(), password: z.string().min(8) });  type F = z.infer&lt;typeof s&gt;;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Re-typing an interface next to the schema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the zodResolver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Not rendering  errors.field?.message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Spreading register without the field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Don’t hand-write the form type — z.infer&lt;typeof schema&gt; keeps it in sync with your validation rules.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React Hook Form beats Formik on speed and upkeep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Zod puts validation rules in one schema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z.infer derives the form type automatically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zodResolver connects the schema to the form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errors.field.message gives typed error 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prefer React Hook Form over Formik today?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Formik is faster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RHF is maintained, faster, better typed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Formik has no bugs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They are identical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 z.infer&lt;typeof schema&gt;  give you?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runtime validator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TypeScript type of the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React component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error message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connects a Zod schema to React Hook Form?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zodResolver in useForm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z.object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handleSubmit alone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do you read a field’s error message?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formState.errors.field?.message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input’s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z.infer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register()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Hook Form +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RHF is active, re-renders less, and is typed first-class.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z.infer derives the form’s TypeScript type from the schema.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zodResolver passed to useForm runs the schema on submit.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Typed messages live on formState.errors per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