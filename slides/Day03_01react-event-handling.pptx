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Plus Jakarta Sans"/>
              </a:rPr>
              <a:t>Event </a:t>
            </a:r>
            <a:r>
              <a:rPr sz="5400" b="1" i="0">
                <a:solidFill>
                  <a:srgbClr val="149ECA"/>
                </a:solidFill>
                <a:latin typeface="Plus Jakarta Sans"/>
              </a:rPr>
              <a:t>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Respond to clicks, typing and form submits — with fully typed, safe handlers.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Event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Explain what a synthetic event is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handlers: ChangeEvent, MouseEvent, FormEvent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Handle a controlled input’s onChange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Handle a form’s onSubmit safely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Avoid the most common handler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Events are how your UI responds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Clicks, typing and submits drive every app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Handlers turn user actions into state changes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TypeScript makes the event object safe to use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Wrong types = silent bugs at runtime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An event handler is a function React runs when the user does something, like click or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Synthetic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a synthetic event?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 wraps the browser’s native event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One consistent shape across all browsers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Passed to your handler as the first argument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Has target, preventDefault, and more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synthetic event is React’s cross-browser wrapper around the raw browser event.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Synthetic events,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It’s a standard shipping box: whatever browser sends the package, React repacks it into the same box, so your code opens it the same way every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Typing handlers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Typing your handlers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the event by what element fired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Import event types from  react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generic sets the element:  &lt;HTMLInputElement&gt;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Then  e.target  is correctly typed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Pick the event type that matches the element, and the editor knows exactly what e can 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Which event type to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672084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Event type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Fires on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A2433"/>
                          </a:solidFill>
                          <a:latin typeface="JetBrains Mono"/>
                        </a:rPr>
                        <a:t>ChangeEvent&lt;HTMLInputElement&gt;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input / select value change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A2433"/>
                          </a:solidFill>
                          <a:latin typeface="JetBrains Mono"/>
                        </a:rPr>
                        <a:t>MouseEvent&lt;HTMLButtonElement&gt;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a button click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A2433"/>
                          </a:solidFill>
                          <a:latin typeface="JetBrains Mono"/>
                        </a:rPr>
                        <a:t>FormEvent&lt;HTMLFormElement&gt;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a form submit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A2433"/>
                          </a:solidFill>
                          <a:latin typeface="JetBrains Mono"/>
                        </a:rPr>
                        <a:t>KeyboardEvent&lt;HTMLInputElement&gt;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475569"/>
                          </a:solidFill>
                          <a:latin typeface="Inter"/>
                        </a:rPr>
                        <a:t>a key press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ChangeEvent — value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Fires when an input or select changes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 the new value from  e.target.value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it  ChangeEvent&lt;HTMLInputElement&gt;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Perfect for controlled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ChangeEvent fires on every keystroke; e.target.value holds the current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onChange.tsx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useState, type ChangeEvent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NameField()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[name, setName] = useState("");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function handleChange(e: ChangeEvent&lt;HTMLInputElement&gt;)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setName(e.target.value);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&lt;input value={name} onChange={handleChange} 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typed onChange handler — e.target.value is a string, checked by 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MouseEvent — a click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Fires on clicks and other mouse actions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it  MouseEvent&lt;HTMLButtonElement&gt;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 position with  e.clientX / e.clientY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for buttons and clickable elements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MouseEvent describes a click; the element generic makes e match the button.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onClick.tsx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type MouseEvent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LikeButton()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function handleClick(e: MouseEvent&lt;HTMLButtonElement&gt;)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console.log("clicked at", e.clientX, e.clientY);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&lt;button onClick={handleClick}&gt;Like&lt;/button&gt;;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typed onClick handler — e is a fully typed button MouseEvent.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Inputs &amp; 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FormEvent — a submit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Fires when a form is submitted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it  FormEvent&lt;HTMLFormElement&gt;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Call  e.preventDefault()  to stop reload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Then read state and send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FormEvent fires on submit; preventDefault stops the browser’s full-page reload.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onSubmit.tsx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type FormEvent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SearchForm()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function handleSubmit(e: FormEvent&lt;HTMLFormElement&gt;)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e.preventDefault();      // stop the page reload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console.log("submitted");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&lt;form onSubmit={handleSubmit}&gt;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&lt;input name="q"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&lt;button&gt;Search&lt;/button&gt;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&lt;/form&gt;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typed onSubmit handler — preventDefault keeps the page from reloading.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an event reaches your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User acts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click /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Synthetic event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React wraps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Typed handler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your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setState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UI re-renders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Build a controlled comment box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onChange as ChangeEvent&lt;HTMLTextAreaElement&gt;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Store the text in useState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a live character count below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const [t, setT] = useState("");  onChange={(e: ChangeEvent&lt;HTMLTextAreaElement&gt;) =&gt; setT(e.target.value)}  then show {t.length}.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 e.preventDefault()  on submit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Typing the event as  any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Wrong element in the generic type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Calling the handler instead of passing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onClick={handleClick()} runs it immediately on render — pass the reference: onClick={handleClick}.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Synthetic events wrap native events consistently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handlers by the element that fires them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ChangeEvent for inputs; e.target.value is the text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FormEvent + preventDefault stops the reload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Pass handlers by reference, don’t call them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Which type fits an input’s onChange handler?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MouseEvent&lt;HTMLInputElement&gt;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ChangeEvent&lt;HTMLInputElement&gt;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FormEvent&lt;HTMLInputElement&gt;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stops a form from reloading the page on submit?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return 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e.stopPropagation()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e.preventDefault()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Nothing — it can’t be stopped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is a synthetic event?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fake event for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React’s cross-browser wrapper around the native 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event with no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browser-only API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 you pass a handler to onClick correctly?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onClick={handleClick()}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onClick={handleClick}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onClick=handleClick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onClick={() &gt; handleClick}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Event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ChangeEvent&lt;HTMLInputElement&gt; types an input’s value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e.preventDefault() cancels the browser’s default full reload.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wraps the native event in a consistent cross-browser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Pass the reference; handleClick() would call it during 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