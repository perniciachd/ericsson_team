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Plus Jakarta Sans"/>
              </a:rPr>
              <a:t>Data </a:t>
            </a:r>
            <a:r>
              <a:rPr sz="5400" b="1" i="0">
                <a:solidFill>
                  <a:srgbClr val="149ECA"/>
                </a:solidFill>
                <a:latin typeface="Plus Jakarta Sans"/>
              </a:rPr>
              <a:t>Fetching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Fetch typed data safely — model every state and cancel the requests you no longer need.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Data Fetching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Fetch typed responses with generics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Model loading / error / empty as a union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Cancel stale requests with AbortController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Shape API models with utility types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Meet use() and TanStack Query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Real apps live on remote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Almost every screen loads data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Requests are slow, and can fail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You must handle every outcome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Types keep the response shape honest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Data fetching is asking a server for data and handling every way that can 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Fetching with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fetch and Axios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fetch is built into the browser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Axios is a small library with extras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Axios parses JSON and throws on errors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Both can be fully typed with generics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fetch and Axios both make HTTP requests; Axios just adds convenience on 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TYPING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Typed responses with generics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response is  unknown  until you type it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generic  &lt;T&gt;  names the expected shape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getJSON&lt;User&gt;(url) returns a typed User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Axios:  axios.get&lt;User&gt;(url)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Generics let one fetch helper return the exact type you ask for, checked by 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api.ts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async function getJSON&lt;T&gt;(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url: string, signal?: AbortSignal,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): Promise&lt;T&gt;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res = await fetch(url, { signal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if (!res.ok) throw new Error(res.statusText);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(await res.json()) as 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user = await getJSON&lt;User&gt;("/api/users/1");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One generic helper returns whatever type the caller asks for.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Modeling request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MODELING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States as a discriminated union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request is loading, error, empty, or ok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Model each as its own tagged shape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Only one state exists at a time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 ‘data AND error’ impossible mixes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discriminated union lists the exact request states, so bad combinations can’t happen.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Request state,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Like a kettle: it’s heating, or boiled, or broken — never ‘boiled and broken’ at once. One clear status, never a contradictory blur.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state.ts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State&lt;T&gt; =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| { status: "loading"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| { status: "error"; error: string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| { status: "empty"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| { status: "success"; data: T };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Four exact states, each tagged by a shared status field.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useUsers.tsx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useEffect(()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ctrl = new AbortController();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setState({ status: "loading"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getJSON&lt;User[]&gt;(url, ctrl.signal)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.then(rows =&gt; setState(rows.length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? { status: "success", data: rows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: { status: "empty" }))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.catch(e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if (e.name !== "AbortError")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  setState({ status: "error", error: String(e)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() =&gt; ctrl.abort();   // cancel stale request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}, [url]);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Typed fetch → union state; cleanup aborts the request on change.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One request, four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fetch()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loading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show spinner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resolve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data or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render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one of 4 states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Race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Race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User changes input; two fetches fly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slower one may finish last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Stale data overwrites the fresh data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UI shows the wrong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race condition is when an old, slow response lands after a newer one and wins.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THE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AbortController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Create one controller per request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Pass  ctrl.signal  into fetch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Call  ctrl.abort()  in cleanup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stale request is cancelled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✦  TIP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Returning () =&gt; ctrl.abort() from the effect cancels the in-flight request whenever url changes or the component unmounts.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Utility types on API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TYPESCRIPT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Reshape a model with utility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Reuse one model, don’t redefine it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Partial, Pick, Omit, Record built in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Derive DTOs, drafts, and lookups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Stay in sync with the base 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Utility types transform an existing type — optional, subset, or map — without repeating fields.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The four you’ll use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763524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Utility type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Gives you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Partial&lt;User&gt;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All fields optional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Pick&lt;User, "id"&gt;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Only the chosen fields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Omit&lt;User, "id"&gt;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Everything except those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Record&lt;number, User&gt;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A keyed lookup map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models.ts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interface User { id: number; name: string; email: string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Draft = Partial&lt;User&gt;;             // all optional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CardData = Pick&lt;User, "id" | "name"&gt;; // subset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NewUser = Omit&lt;User, "id"&gt;;         // drop id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UsersById = Record&lt;number, User&gt;;   // id -&gt;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Derive related shapes from one User model — never copy fields.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Modern data fetching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REACT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The use() hook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Reads a promise (or context) in render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Suspends until the promise resolves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Pair it with a  &lt;Suspense&gt;  boundary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Less manual loading-state wiring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use() unwraps a promise inside a component; &lt;Suspense&gt; shows a fallback while it waits.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Profile.tsx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use, Suspense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Profile({ p }: { p: Promise&lt;User&gt; })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user = use(p);   // suspends until resolved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&lt;h1&gt;{user.name}&lt;/h1&gt;;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&lt;Suspense fallback={&lt;p&gt;Loading...&lt;/p&gt;}&gt;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  &lt;Profile p={userPromise}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&lt;/Suspense&gt;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use() reads the promise; Suspense renders the fallback meanwhile.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TanStack 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library for server-state fetching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Caching, retries, refetch — built in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You write a queryKey and a queryFn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Reach for it once apps grow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TanStack Query handles caching and refetching for you, so you write far less fetch code.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useUsers.ts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useQuery } from "@tanstack/react-query";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{ data, isLoading, error } = useQuery({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queryKey: ["users"],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queryFn: () =&gt; getJSON&lt;User[]&gt;("/api/users"),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One hook gives typed data plus loading and error, with caching.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 a  State&lt;Post[]&gt;  union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Fetch posts inside a useEffect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Abort the request in cleanup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Render loading / error / empty /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type State&lt;T&gt; = { status: "loading" } | { status: "success"; data: T } | { status: "error"; error: string };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Trusting  res.json()  as the right type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Ignoring the error and empty states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 AbortController — stale data wins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Fetching in an effect to derive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fetch does not reject on 404/500 — check res.ok yourself, or the error state never fires.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28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Type responses with generics — never trust JSON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Model states as a discriminated union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Abort stale requests to avoid races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Reshape models with Partial / Pick / Omit / Record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Know use() and TanStack Query for scale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How do you type a fetch helper’s response?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Cast everything to  any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generic:  getJSON&lt;User&gt;(url)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Trust  res.json()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You can’t type 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Why model request state as a discriminated union?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It’s shorter to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makes impossible states impossible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avoids using hooks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caches the data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cancels a stale in-flight request?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clearTimeout()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AbortController + signal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return false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Nothing can cancel fetch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Which utility type makes every field optional?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Pick&lt;T, K&gt;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Omit&lt;T, K&gt;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Partial&lt;T&gt;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Record&lt;K, V&gt;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Data Fetching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generic types the response to the exact shape you expect.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tagged union allows only one valid state at a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AbortController’s signal cancels the request on cleanup.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Partial&lt;T&gt; turns every property of T optional.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