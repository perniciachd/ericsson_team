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Plus Jakarta Sans"/>
              </a:rPr>
              <a:t>Refactor: </a:t>
            </a:r>
            <a:r>
              <a:rPr sz="4600" b="1" i="0">
                <a:solidFill>
                  <a:srgbClr val="149ECA"/>
                </a:solidFill>
                <a:latin typeface="Plus Jakarta Sans"/>
              </a:rPr>
              <a:t>Login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Plus Jakarta Sans"/>
              </a:rPr>
              <a:t>to React Hook Form </a:t>
            </a:r>
            <a:r>
              <a:rPr sz="4000" b="1" i="0">
                <a:solidFill>
                  <a:srgbClr val="149ECA"/>
                </a:solidFill>
                <a:latin typeface="Plus Jakarta Sans"/>
              </a:rPr>
              <a:t>+ Zod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00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Take your Day-3 Login from four useState hooks to one schema-validated 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Login to React Hook Form + Zod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Spot what to change in the old Login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Install React Hook Form, Zod, resolver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Write a Zod schema and infer its type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Wire the form with register + errors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Keep the localStorage check in onSubmit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old Login does too much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Two useState hooks just for fields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manual onChange on every input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validation before the compare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Field values are untyped strings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Hook Form manages the fields and Zod validates them, so you write far less.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Before: the current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Login.tsx  (before)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[username, setUsername] = useState("");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[password, setPassword] = useState("");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no validation; compared by hand in handleLogin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&lt;input value={username}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onChange={e =&gt; setUsername(e.target.value)}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&lt;input value={password}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onChange={e =&gt; setPassword(e.target.value)}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&lt;button onClick={handleLogin}&gt;Login&lt;/button&gt;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Manual state + onChange per field, and zero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The conversion,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terminal  (step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# add the three packages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npm install react-hook-form zod @hookform/resolvers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react-hook-form runs the form; zod validates; the resolver links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loginSchema.ts  (step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z } from "zod";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const loginSchema = z.object({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username: z.string().min(1, "Username is required"),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password: z.string().min(1, "Password is required"),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type LoginForm = z.infer&lt;typeof loginSchema&gt;;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schema defines the rules AND the form's type via z.infer.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Login.tsx  (step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{ register, handleSubmit, setError,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formState: { errors } } = useForm&lt;LoginForm&gt;({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resolver: zodResolver(loginSchema),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onSubmit(data: LoginForm)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u = localStorage.getItem("username");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p = localStorage.getItem("password");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ok = data.username === u &amp;&amp; data.password === p;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ok ? setIsUserAuth(true)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: setError("root", { message: "Invalid credentials"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Zod checks the fields; your credential compare stays in onSubmit.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Login.tsx  (step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&lt;form onSubmit={handleSubmit(onSubmit)}&gt;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&lt;input {...register("username")} placeholder="Username"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&lt;p&gt;{errors.username?.message}&lt;/p&gt;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&lt;input type="password" {...register("password")}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&lt;p&gt;{errors.password?.message}&lt;/p&gt;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&lt;button&gt;Login&lt;/button&gt;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&lt;p&gt;{errors.root?.message}&lt;/p&gt;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&lt;/form&gt;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register wires each input; errors.*.message renders the messages.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DESIGN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Validation vs app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Zod validates the shape: not empty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‘Do creds match?’ is app logic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That belongs in onSubmit, not the schema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it with  setError("root", 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Field-shape rules go in Zod; checking values against localStorage is app logic, so keep it in onSubmit.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Before vs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each piece becomes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137660"/>
                <a:gridCol w="413766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Concern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Before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After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Inter"/>
                        </a:rPr>
                        <a:t>Field values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2x useState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register(...)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Inter"/>
                        </a:rPr>
                        <a:t>Change events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manual onChange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handled by RHF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Inter"/>
                        </a:rPr>
                        <a:t>Validation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Zod schema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Inter"/>
                        </a:rPr>
                        <a:t>Types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implicit strings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z.infer type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Inter"/>
                        </a:rPr>
                        <a:t>Errors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errors.field?.message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new submit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Submit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handleSubmit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Zod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checks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onSubmit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compare creds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Auth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show Home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Apply the same steps to SignUp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Require username and password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 z.string().min(8)  on password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each error under its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Reuse loginSchema’s shape; add .min(8, "Min 8 chars") to password, then register both fields.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Keeping useState AND register together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the  zodResolver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Not rendering  errors.field?.message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Putting the creds check inside Zod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Don’t keep the old useState fields — register() now owns the values; two sources of truth cause bugs.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register() replaces useState + onChange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Zod schema replaces hand-written validation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z.infer types the form for free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zodResolver connects schema to the form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Credential compare stays in onSubmit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replaces the two useState field hooks?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More useState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register() from useForm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useRef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useEffect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Where does the LoginForm type come from?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hand-written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z.infer&lt;typeof loginSchema&gt;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useForm’s return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localStorage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Where should the localStorage credential check live?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Inside the Zod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onSubmit (it’s app logic)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register()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useState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connects the Zod schema to React Hook Form?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handleSubmit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zodResolver in useForm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z.object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setError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Login to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register() wires each input, replacing useState + onChange.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z.infer derives LoginForm straight from the schema.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Comparing values to storage is app logic — keep it in onSubmit.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zodResolver passed to useForm runs the schema on submit.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