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Plus Jakarta Sans"/>
              </a:rPr>
              <a:t>Environment </a:t>
            </a:r>
            <a:r>
              <a:rPr sz="5000" b="1" i="0">
                <a:solidFill>
                  <a:srgbClr val="149ECA"/>
                </a:solidFill>
                <a:latin typeface="Plus Jakarta Sans"/>
              </a:rPr>
              <a:t>Setup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 i="0">
                <a:solidFill>
                  <a:srgbClr val="FFFFFF"/>
                </a:solidFill>
                <a:latin typeface="Plus Jakarta Sans"/>
              </a:rPr>
              <a:t>Vite + react-ts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7548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Scaffold a fast, typed React project with Vite in minutes — and know what every file does.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Environment Setup (Vite + react-ts)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Install Node.js and pick a package manager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Scaffold a typed app with Vite’s react-ts template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Explain why Create React App is deprecated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Read the project anatomy: tsconfig, ESLint, Prettier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Render your first typed React component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 good setup makes everything after it easy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Fast dev server means instant feedback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TypeScript is wired in from the first file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Consistent tooling prevents ‘works on my machine’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Less config to fight, more time to build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Getting the toolchain right on day one saves hours of confusion every week after.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Node, npm and package managers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Node.js — JavaScript outside the browser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Runs the tools that build and serve your app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Install the current LTS (long-term support) version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Check it with  node -v  in a terminal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Everything else installs through Node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Node is the engine that runs your build tools; it is not part of the final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npm and pnpm — the package managers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package manager installs your dependencies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npm ships with Node — nothing extra to install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pnpm is faster and saves disk with a shared store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Pick one per project and stay consistent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package manager downloads the libraries your project lists and keeps their versions in sync.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Same task, two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4046220"/>
                <a:gridCol w="404622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Task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npm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pnpm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Install all deps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npm install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pnpm install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Add a package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npm i axios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pnpm add axios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Run dev server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npm run dev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pnpm dev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Inter"/>
                        </a:rPr>
                        <a:t>Run a script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npm run build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pnpm build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Scaffolding with Vite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Vite — the modern build tool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Starts a dev server almost instantly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Updates the browser on save (hot reload)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Ships an optimized bundle for production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react-ts template wires up 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Vite is the tool that runs your app while you code and packages it when you ship.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Why not Create React App?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CRA is deprecated — no longer recommended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Slow startup and builds on larger apps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Dependencies went stale and unmaintained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React’s own docs now point to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Create React App was the old default; it’s retired, so new projects start with Vite instead.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terminal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# scaffold a typed React app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npm create vite@latest my-app -- --template react-ts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cd my-app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npm install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npm run dev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#  -&gt;  Local:  http://localhost:5173/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The react-ts template gives you React 19 + TypeScript, preconfigured.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From zero to running app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create vite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scaffold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npm install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fetch deps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npm run dev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start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localhost:5173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app is live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Project anatomy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files that matter most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809244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File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What it does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index.html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Single page entry, mounts the app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src/main.tsx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Boots React onto the page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tsconfig.json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TypeScript compiler settings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vite.config.ts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Vite settings and plugins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tsconfig.json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Controls how TypeScript checks your code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strict mode is on in the react-ts template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Sets the target JS version and module system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Rarely touched early — good defaults included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tsconfig is the rulebook telling TypeScript how strictly to check your project.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tsconfig.json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"compilerOptions":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"target": "ES2020",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"module": "ESNext",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"jsx": "react-jsx",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"strict": true,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"noUnusedLocals": true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One flag, "strict": true, turns on all of TypeScript's strong checks.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ESLint and Prettier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ESLint catches likely bugs and bad patterns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Prettier auto-formats code to one style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Together: fewer nitpicks in code review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Run on save or as a commit check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ESLint finds problems; Prettier makes formatting consistent — so the team stops arguing about style.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package.json  -&gt;  scripts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"scripts":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"lint": "eslint .",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"format": "prettier --write .",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"check": "prettier --check ."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# npm run lint     -&gt; report problems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# npm run format   -&gt; rewrite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Add these once; then lint and format are one command anyone can run.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Path aliases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Replace long ../../ imports with @/…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Set in tsconfig.json and vite.config.ts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Example:  import Button from "@/components/Button"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Cleaner, move-proof import paths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✦  TIP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Aliases must be declared in BOTH tsconfig.json (for the type-checker) and vite.config.ts (for the bundler).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tsconfig.json  +  vite.config.ts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tsconfig.json  -&gt; for the type-checker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"compilerOptions":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"baseUrl": ".",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"paths": { "@/*": ["src/*"]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vite.config.ts  -&gt; for the bundler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path from "node:path";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resolve: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alias: { "@": path.resolve(__dirname, "src") 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Declare @/ in both files, then  import x from "@/…"  resolves from src/ anywhere.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Your first typed component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Greeting.tsx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type GreetingProps =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name: string;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excited?: boolean;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Greeting({ name, excited = false }: GreetingProps)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&lt;h1&gt;Hello, {name}{excited ? "!" : "."}&lt;/h1&gt;;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export default Greeting;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Typed props with a default value — the smallest real typed component.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main.tsx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StrictMode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createRoot } from "react-dom/client";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Greeting from "@/Greeting";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createRoot(document.getElementById("root")!).render(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&lt;StrictMode&gt;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&lt;Greeting name="React" excited /&gt;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&lt;/StrictMode&gt;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TypeScript checks the props you pass — a wrong type fails before it runs.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Scaffold an app with the react-ts template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Create a typed Card component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Give it a title: string and count: number prop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Render two Cards from main.tsx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Run  npm create vite@latest -- --template react-ts,  then build  type CardProps = { title: string; count: number }.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Starting new projects with Create React App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Using an outdated Node version below LTS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Adding an alias in only one config file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Mixing npm and pnpm in the same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A lockfile from a different package manager causes version drift — commit only one (package-lock or pnpm-lock).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Install Node LTS; pick one package manager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Scaffold with Vite’s react-ts template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Create React App is deprecated — don’t use it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tsconfig, ESLint and Prettier come preconfigured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Typed props catch prop errors before runtime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Which command scaffolds a typed React app with Vite?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npx create-react-app my-app --ts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npm create vite@latest -- --template react-ts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npm install react typescript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vite new react-app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Why avoid Create React App for new projects?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only supports JavaScript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is deprecated and unmaintained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cannot use TypeScript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requires a paid license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A path alias like @/ must be declared in…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Only tsconfig.json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Only vite.config.ts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Both tsconfig.json and vite.config.ts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The index.html file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does the react-ts template give you out of the box?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React with plain JavaScript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React 19 + TypeScript, preconfigured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backend server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Only a bundler, no framework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Environment Setup (Vite + react-ts)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npm create vite@latest with --template react-ts scaffolds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CRA is deprecated; React’s docs now recommend Vite.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Both the type-checker and the bundler must resolve the alias.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react-ts template ships React 19 plus TypeScript ready to go.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