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240280"/>
            <a:ext cx="1737360" cy="82296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49ECA"/>
                </a:solidFill>
                <a:latin typeface="Plus Jakarta Sans"/>
              </a:rPr>
              <a:t>REACT.JS + TYPESCRIPT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8813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Plus Jakarta Sans"/>
              </a:rPr>
              <a:t>Developer Tooling </a:t>
            </a:r>
            <a:r>
              <a:rPr sz="4600" b="1" i="0">
                <a:solidFill>
                  <a:srgbClr val="149ECA"/>
                </a:solidFill>
                <a:latin typeface="Plus Jakarta Sans"/>
              </a:rPr>
              <a:t>&amp;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Plus Jakarta Sans"/>
              </a:rPr>
              <a:t>Capstone </a:t>
            </a:r>
            <a:r>
              <a:rPr sz="4600" b="1" i="0">
                <a:solidFill>
                  <a:srgbClr val="149ECA"/>
                </a:solidFill>
                <a:latin typeface="Plus Jakarta Sans"/>
              </a:rPr>
              <a:t>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8006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C9D6E4"/>
                </a:solidFill>
                <a:latin typeface="Inter"/>
              </a:rPr>
              <a:t>Debug with React DevTools and scaffold the capstone lab’s layout and routing.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547104"/>
            <a:ext cx="100584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FFFFFF"/>
                </a:solidFill>
                <a:latin typeface="Inter"/>
              </a:rPr>
              <a:t>React.js + TypeScript Training  -  Developer Tooling &amp; Capstone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What you'll be able to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Developer Tooling &amp; Capstone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783080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01368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Install and open React DevTools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624328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642616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Inspect the component tree, props and state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465576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483864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Build a typed layout shell component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306824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325112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Scaffold basic routing for the capstone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5148072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5166360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Debug the running app with confidence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Good tools turn guessing into seeing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Developer Tooling &amp; Capstone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See exactly what each component renders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Read live props and state, no console.log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Find bugs faster by inspecting the tree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 clean shell keeps the capstone organized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DevTools lets you look inside a running app instead of guessing why it behaves a certain way.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React DevTools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Developer Tooling &amp; Capstone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TOOLING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What is React DevTools?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Developer Tooling &amp; Capstone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 browser extension for Chrome and Firefox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Adds Components and Profiler tabs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Shows your app as React sees it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Free, official, install once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React DevTools is an add-on that reveals your component tree inside the browser’s dev panel.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DevTools, in plain terms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Developer Tooling &amp; Capstone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10927080" cy="329184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1463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0" b="1" i="0">
                <a:solidFill>
                  <a:srgbClr val="149ECA"/>
                </a:solidFill>
                <a:latin typeface="Plus Jakarta Sans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743200"/>
            <a:ext cx="905256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1">
                <a:solidFill>
                  <a:srgbClr val="1A2433"/>
                </a:solidFill>
                <a:latin typeface="Inter"/>
              </a:rPr>
              <a:t>It’s an X-ray for your app: instead of the rendered page, you see the skeleton of components underneath — and the data flowing through each 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INSPECTING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The component tree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Developer Tooling &amp; Capstone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The Components tab shows nesting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Parent components contain their children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Click any node to select it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Search by component name to jump 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The tree is a live outline of which components render inside which — top to bottom.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INSPECTING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Inspecting props and state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Developer Tooling &amp; Capstone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Select a component to see its props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Hooks like useState show under ‘hooks’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Edit a value to test changes live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Watch the UI update instantly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Pick a component and DevTools shows its current props and state — you can even tweak them live.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Where to look in DevTools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Developer Tooling &amp; Capstone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74519"/>
          <a:ext cx="10927080" cy="28346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108960"/>
                <a:gridCol w="7818120"/>
              </a:tblGrid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lus Jakarta Sans"/>
                        </a:rPr>
                        <a:t>Panel</a:t>
                      </a:r>
                    </a:p>
                  </a:txBody>
                  <a:tcPr anchor="ctr" marL="128016" marR="12801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lus Jakarta Sans"/>
                        </a:rPr>
                        <a:t>Shows you</a:t>
                      </a:r>
                    </a:p>
                  </a:txBody>
                  <a:tcPr anchor="ctr" marL="128016" marR="128016">
                    <a:solidFill>
                      <a:srgbClr val="0B1F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Inter"/>
                        </a:rPr>
                        <a:t>Components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Tree, props, state, hooks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Inter"/>
                        </a:rPr>
                        <a:t>Profiler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Render timing and counts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Inter"/>
                        </a:rPr>
                        <a:t>Search box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Jump to a component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Inter"/>
                        </a:rPr>
                        <a:t>Props pane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Live values, editable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Capstone: the layout shell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Developer Tooling &amp; Capstone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The layout shell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Developer Tooling &amp; Capstone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 wrapper for header, sidebar, content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Every page renders inside this frame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Keeps navigation consistent everywhere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Children slot into the main area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A layout shell is the fixed frame — header and nav — that wraps whatever page you show.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Layout.tsx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Developer Tooling &amp; Capstone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import type { ReactNode } from "react";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interface LayoutProps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title: string;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children: ReactNode;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Layout({ title, children }: LayoutProps)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(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&lt;div className="shell"&gt;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&lt;header&gt;&lt;h1&gt;{title}&lt;/h1&gt;&lt;/header&gt;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&lt;main&gt;{children}&lt;/main&gt;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&lt;/div&gt;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A typed shell: a title prop plus children slotted into &lt;main&gt;.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App.tsx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Developer Tooling &amp; Capstone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import { useState } from "react";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import Layout from "@/Layout";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App()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const [user] = useState&lt;string&gt;("Ada");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(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&lt;Layout title="Dashboard"&gt;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&lt;p&gt;Welcome, {user}&lt;/p&gt;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&lt;/Layout&gt;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In DevTools: select Layout to see title; select App to see user state.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DEVTOOLS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Inspect the shell live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Developer Tooling &amp; Capstone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Open DevTools → Components tab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Click  Layout  to read its  title  prop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Click  App  to see the  user  state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Edit  user  and watch the page update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927080" cy="105156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118872" cy="1051560"/>
          </a:xfrm>
          <a:prstGeom prst="rect">
            <a:avLst/>
          </a:prstGeom>
          <a:solidFill>
            <a:srgbClr val="0B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8581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✦  TIP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715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Inter"/>
              </a:rPr>
              <a:t>Select a node in the Components tab; its props and hooks appear on the right — double-click a value to edit 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Capstone: routing scaffold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Developer Tooling &amp; Capstone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ROUTING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Basic routing scaffold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Developer Tooling &amp; Capstone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Routing maps a URL to a component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Wrap the app in a router once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Each Route renders a page component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Links change the view without reload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Routing swaps which page component shows based on the URL — no full page reload.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main.tsx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Developer Tooling &amp; Capstone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import { createBrowserRouter, RouterProvider 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from "react-router-dom";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import Layout from "@/Layout";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import Home from "@/pages/Home";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const router = createBrowserRouter([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{ path: "/", element: &lt;Layout title="Home"&gt;&lt;Home /&gt;&lt;/Layout&gt; },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]);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export default function Root()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&lt;RouterProvider router={router} /&gt;;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One route maps “/” to the Home page rendered inside the shell.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Nav.tsx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Developer Tooling &amp; Capstone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import { Link } from "react-router-dom";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Nav()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(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&lt;nav&gt;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&lt;Link to="/"&gt;Home&lt;/Link&gt;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&lt;Link to="/about"&gt;About&lt;/Link&gt;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&lt;/nav&gt;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export default Nav;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&lt;Link&gt; switches routes on click — no full page reload.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How a URL reaches the screen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Developer Tooling &amp; Capstone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2388870" cy="1463040"/>
          </a:xfrm>
          <a:prstGeom prst="roundRect">
            <a:avLst/>
          </a:prstGeom>
          <a:solidFill>
            <a:srgbClr val="149EC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URL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user visits 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381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6150" y="2834640"/>
            <a:ext cx="2388870" cy="1463040"/>
          </a:xfrm>
          <a:prstGeom prst="roundRect">
            <a:avLst/>
          </a:prstGeom>
          <a:solidFill>
            <a:srgbClr val="0B6D8C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Router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matches a route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988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2220" y="2834640"/>
            <a:ext cx="2388870" cy="1463040"/>
          </a:xfrm>
          <a:prstGeom prst="roundRect">
            <a:avLst/>
          </a:prstGeom>
          <a:solidFill>
            <a:srgbClr val="3178C6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Layout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renders the shell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595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78290" y="2834640"/>
            <a:ext cx="2388870" cy="14630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Page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fills main area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Your turn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Developer Tooling &amp; Capstone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Add an  About  page component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Register a  /about  route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Render it inside the Layout shell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Inspect the tree in DevTools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927080" cy="1051560"/>
          </a:xfrm>
          <a:prstGeom prst="roundRect">
            <a:avLst/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118872" cy="1051560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8581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E9E6A"/>
                </a:solidFill>
                <a:latin typeface="Plus Jakarta Sans"/>
              </a:rPr>
              <a:t>▶  TRY IT YOURSELF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715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Inter"/>
              </a:rPr>
              <a:t>Add  { path: "/about", element: &lt;Layout title="About"&gt;&lt;About /&gt;&lt;/Layout&gt; }  then open the Components tab.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Common mistakes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Developer Tooling &amp; Capstone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Confusing DevTools with the Elements tab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Forgetting to wrap the app in a router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Duplicating the shell on every page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Editing built files instead of the tree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927080" cy="1051560"/>
          </a:xfrm>
          <a:prstGeom prst="round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118872" cy="1051560"/>
          </a:xfrm>
          <a:prstGeom prst="rect">
            <a:avLst/>
          </a:prstGeom>
          <a:solidFill>
            <a:srgbClr val="C97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8581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97A0E"/>
                </a:solidFill>
                <a:latin typeface="Plus Jakarta Sans"/>
              </a:rPr>
              <a:t>⚠  WATCH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715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Inter"/>
              </a:rPr>
              <a:t>The browser’s Elements tab shows HTML; the React DevTools Components tab shows components — use the latter.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Developer Tooling &amp; Capstone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22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189280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React DevTools shows your live component tree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276148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74319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Select a node to read props, state and hooks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63016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61187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A layout shell wraps every page consistently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49884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48055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Routing maps each URL to a page component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536752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34923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Inspect, edit and debug without console.log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Developer Tooling &amp; Capstone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1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Developer Tooling &amp; Capstone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Which React DevTools tab shows the component tree?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Elements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Components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Network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Console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Developer Tooling &amp; Capstone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Where do you see a component’s useState value in DevTools?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In the Network tab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Under the selected component’s hooks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In the page source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You cannot see it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3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Developer Tooling &amp; Capstone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What is the job of the layout shell?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Fetch data from an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Wrap pages in a consistent frame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Store global state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Replace the router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4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Developer Tooling &amp; Capstone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In basic routing, a Route maps a URL to…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 CSS 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 page component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 database table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 DevTools panel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Answer key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Developer Tooling &amp; Capstone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2002536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901952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Q1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The Components tab shows the tree, props, state and hooks.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843784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3063240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962656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Q2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Selecting a component reveals its hooks, including useState.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04488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4123944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023360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Q3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The shell is the consistent frame every page renders inside.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65192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5184648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5084064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Q4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A route maps a URL path to the component it should render.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