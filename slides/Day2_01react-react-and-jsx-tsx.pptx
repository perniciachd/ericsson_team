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40280"/>
            <a:ext cx="1737360" cy="82296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9ECA"/>
                </a:solidFill>
                <a:latin typeface="Plus Jakarta Sans"/>
              </a:rPr>
              <a:t>REACT.JS + TYPESCRIPT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Plus Jakarta Sans"/>
              </a:rPr>
              <a:t>React </a:t>
            </a:r>
            <a:r>
              <a:rPr sz="5400" b="1" i="0">
                <a:solidFill>
                  <a:srgbClr val="149ECA"/>
                </a:solidFill>
                <a:latin typeface="Plus Jakarta Sans"/>
              </a:rPr>
              <a:t>&amp;</a:t>
            </a:r>
            <a:r>
              <a:rPr sz="5400" b="1" i="0">
                <a:solidFill>
                  <a:srgbClr val="FFFFFF"/>
                </a:solidFill>
                <a:latin typeface="Plus Jakarta Sans"/>
              </a:rPr>
              <a:t> JSX</a:t>
            </a:r>
            <a:r>
              <a:rPr sz="5400" b="1" i="0">
                <a:solidFill>
                  <a:srgbClr val="149ECA"/>
                </a:solidFill>
                <a:latin typeface="Plus Jakarta Sans"/>
              </a:rPr>
              <a:t>/TSX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14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9D6E4"/>
                </a:solidFill>
                <a:latin typeface="Inter"/>
              </a:rPr>
              <a:t>Write UI as typed components — mixing markup and logic with JSX/TSX the React 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47104"/>
            <a:ext cx="10058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React.js + TypeScript Training  -  React &amp; JSX/TSX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you'll be able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Explain what React is and how it renders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42616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Describe the virtual DOM in one sentence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83864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Write JSX/TSX with expressions and attributes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06824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325112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Use fragments and comments correctly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6636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Avoid the TSX generic-vs-tag gotcha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JSX is how you actually write React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Describe UI as components, not manual DOM code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Markup and logic live together, readably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TypeScript checks your markup’s props and types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It’s the syntax you’ll use every 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JSX lets you write what the screen should look like, and React makes the real page match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What React is and how it renders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is React?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library for building user interfaces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You build small, reusable components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UI is a function of your data (state)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Change the data — React updates the screen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React is a tool for building screens out of reusable pieces that redraw when data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The rendering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You return what the UI should look like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React figures out the DOM changes for you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You never touch document.createElement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Describe the result, not the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You declare the end state; React handles the how of updating the 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The virtual DOM, in plain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27080" cy="329184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463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49ECA"/>
                </a:solidFill>
                <a:latin typeface="Plus Jakarta Sans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90525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1A2433"/>
                </a:solidFill>
                <a:latin typeface="Inter"/>
              </a:rPr>
              <a:t>React drafts the new UI on scratch paper, compares it to the current page, then changes only the words that differ — not the whole document.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The virtual DOM (brief)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lightweight copy of the UI in memory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React diffs new vs old to find changes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Only the real differences hit the browser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Result: fast, minimal DOM updates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The virtual DOM is React’s in-memory sketch it compares against to update the page efficiently.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How a change reaches the screen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388870" cy="1463040"/>
          </a:xfrm>
          <a:prstGeom prst="roundRect">
            <a:avLst/>
          </a:prstGeom>
          <a:solidFill>
            <a:srgbClr val="149EC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State changes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new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381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150" y="2834640"/>
            <a:ext cx="2388870" cy="1463040"/>
          </a:xfrm>
          <a:prstGeom prst="roundRect">
            <a:avLst/>
          </a:prstGeom>
          <a:solidFill>
            <a:srgbClr val="0B6D8C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Render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build virtual DOM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88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2220" y="2834640"/>
            <a:ext cx="2388870" cy="1463040"/>
          </a:xfrm>
          <a:prstGeom prst="roundRect">
            <a:avLst/>
          </a:prstGeom>
          <a:solidFill>
            <a:srgbClr val="3178C6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Diff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compare old vs new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595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8290" y="2834640"/>
            <a:ext cx="2388870" cy="14630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Commit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update real DOM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JSX / TSX syntax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is JSX / TSX?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HTML-like syntax written inside JavaScript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TSX is JSX in a TypeScript file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Compiles to plain function calls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Must return one root element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JSX is markup embedded in code; TSX is the same, type-checked in a .tsx file.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Embedding expressions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  { }  to drop JavaScript into markup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Any expression works:  {user.name}, {2 + 2}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Statements (if, for) do not go inside { }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 ternaries or &amp;&amp; for inline 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Curly braces are a window from markup back into JavaScript for values and expressions.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Score.tsx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Score({ value }: { value: number })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&lt;p&gt;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You scored {value} —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{value &gt;= 50 ? " pass" : " retry"}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&lt;/p&gt;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{ } embeds the value; a ternary picks text inline.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Attributes in JSX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Attributes use camelCase:  onClick, className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class becomes className; for becomes htmlFor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Pass values with braces:  count={5}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Strings can use quotes:  id="main"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JSX attributes look like HTML but follow JavaScript naming, so class becomes className.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SaveButton.tsx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SaveButton({ count }: { count: number })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&lt;button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className="btn primary"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onClick={() =&gt; console.log("saved")}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disabled={count === 0}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Save ({count})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&lt;/button&gt;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camelCase names; braces pass JS values, quotes pass strings.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Welcome.tsx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WelcomeProps = { name: string };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Welcome({ name }: WelcomeProps)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hour = new Date().getHours();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&lt;h1&gt;Hello, {name}&lt;/h1&gt;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&lt;p&gt;{hour &lt; 12 ? "Good morning" : "Good day"}&lt;/p&gt;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export default Welcome;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A Fragment (&lt;&gt;…&lt;/&gt;) wraps two elements; { } embeds an expression.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Fragments and comments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Fragment groups siblings with no extra &lt;div&gt;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Short form is  &lt;&gt;  …  &lt;/&gt;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Comment inside JSX:  {/* like this */}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Keeps the DOM clean and uncluttered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Fragment lets you return several elements without wrapping them in a pointless container.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Menu.tsx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Menu()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{/* one Fragment, no wrapper div */}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&lt;h2&gt;Menu&lt;/h2&gt;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&lt;p&gt;Soup, salad, bread&lt;/p&gt;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&lt;&gt;…&lt;/&gt; groups siblings; {/* … */} is a JSX comment.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TSX-specific gotchas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PRIMER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is a generic?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generic is a type placeholder, written &lt;T&gt;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 is filled in when the function is called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One function works for many types, safely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 type is inferred from what you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generic is a ‘fill-in-the-type-later’ slot so one function works for many types.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List.tsx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A reusable list for ANY item type,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without a generic you'd need `any` (unsafe)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ListProps&lt;T&gt; =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items: T[];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label: (item: T) =&gt; string;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List&lt;T&gt;({ items, label }: ListProps&lt;T&gt;)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&lt;ul&gt;{items.map((it, i) =&gt;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&lt;li key={i}&gt;{label(it)}&lt;/li&gt;)}&lt;/ul&gt;;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&lt;List items={users} label={u =&gt; u.name} /&gt;;    // T = User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&lt;List items={prices} label={p =&gt; p.toFixed(2)} /&gt;; // T =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One &lt;List&gt; works for users, prices, anything — and stays fully typed.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GOTCHA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Generics vs JSX tags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In .tsx,  &lt;T&gt;  looks like a JSX tag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bare arrow generic  &lt;T&gt;()  fails to parse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Fix: write  &lt;T,&gt;  with a trailing comma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Or constrain it:  &lt;T extends unknown&gt;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C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7A0E"/>
                </a:solidFill>
                <a:latin typeface="Plus Jakarta Sans"/>
              </a:rPr>
              <a:t>⚠  WATCH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In .tsx files a lone &lt;T&gt; is read as markup — use &lt;T,&gt; (trailing comma) so TypeScript sees a generic.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generics.tsx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❌ In a .tsx file, &lt;T&gt; is parsed as a JSX tag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const first = &lt;T&gt;(arr: T[]): T =&gt; arr[0];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✅ Trailing comma tells TSX it's a generic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const first = &lt;T,&gt;(arr: T[]): T =&gt; arr[0];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✅ Or add a constraint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const first = &lt;T extends unknown&gt;(arr: T[]): T =&gt; arr[0];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first([1, 2, 3]);      // T = number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first(["a", "b"]);     // T = string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Same function three ways — only the bare &lt;T&gt; breaks in .tsx.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Build a typed Profile component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Take name: string and age: number props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Render both, wrapped in a Fragment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Show ‘Adult’ or ‘Minor’ with a ternary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9E6A"/>
                </a:solidFill>
                <a:latin typeface="Plus Jakarta Sans"/>
              </a:rPr>
              <a:t>▶  TRY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Return  &lt;&gt;&lt;h2&gt;{name}&lt;/h2&gt;&lt;p&gt;{age &gt;= 18 ? "Adult" : "Minor"}&lt;/p&gt;&lt;/&gt;  from a typed Profile({ name, age }).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Common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Using  class  instead of  className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Returning two elements without a wrapper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Putting an  if  statement inside  { }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HTML comments  &lt;!-- --&gt;  inside JSX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C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7A0E"/>
                </a:solidFill>
                <a:latin typeface="Plus Jakarta Sans"/>
              </a:rPr>
              <a:t>⚠  WATCH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JSX must return one root — wrap siblings in a Fragment, and use {/* */} for comments, not &lt;!-- --&gt;.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26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9280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React builds UI from reusable components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76148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19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The virtual DOM diffs to update minimally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3016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7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JSX mixes markup and JS via { } expressions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49884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8055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Fragments group siblings; {/* */} comments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36752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4923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In TSX use &lt;T,&gt; to avoid the tag gotcha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do curly braces  { }  do inside JSX?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Create a new component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Embed a JavaScript expression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Write an HTML comment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Define a CSS class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How do you group siblings without an extra DOM node?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Wrap them in a &lt;div&gt;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Use a Fragment  &lt;&gt; … &lt;/&gt;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Return an array of strings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Use two return statements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In a .tsx file, which writes a generic arrow function safely?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const f = &lt;T&gt;() =&gt;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const f = &lt;T,&gt;() =&gt;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const f = (T) =&gt;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const f = [T]() =&gt; …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is the virtual DOM, briefly?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faster browser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An in-memory copy React diffs to update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CSS layout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database for component state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&amp; JSX/TSX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02536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01952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Q1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Braces embed a JavaScript expression into the markup.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43784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6265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Q2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Fragment groups siblings without adding a real element.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04488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123944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23360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Q3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The trailing comma &lt;T,&gt; tells TSX it’s a generic, not a tag.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65192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184648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84064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Q4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React diffs an in-memory copy to make minimal DOM updates.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