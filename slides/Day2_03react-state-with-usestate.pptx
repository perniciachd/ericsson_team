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40280"/>
            <a:ext cx="1737360" cy="82296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9ECA"/>
                </a:solidFill>
                <a:latin typeface="Plus Jakarta Sans"/>
              </a:rPr>
              <a:t>REACT.JS + TYPESCRIPT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789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 i="0">
                <a:solidFill>
                  <a:srgbClr val="FFFFFF"/>
                </a:solidFill>
                <a:latin typeface="Plus Jakarta Sans"/>
              </a:rPr>
              <a:t>State with </a:t>
            </a:r>
            <a:r>
              <a:rPr sz="5200" b="1" i="0">
                <a:solidFill>
                  <a:srgbClr val="149ECA"/>
                </a:solidFill>
                <a:latin typeface="Plus Jakarta Sans"/>
              </a:rPr>
              <a:t>useState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77639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C9D6E4"/>
                </a:solidFill>
                <a:latin typeface="Inter"/>
              </a:rPr>
              <a:t>Give components memory — track changing data and update the UI the React way.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547104"/>
            <a:ext cx="10058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Inter"/>
              </a:rPr>
              <a:t>React.js + TypeScript Training  -  State with useState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you'll be able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State with useState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01368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Add state to a component with useState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624328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42616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Type state explicitly or let it infer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465576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483864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Update state immutably and understand batching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306824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325112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Lift state up to share it between components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148072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166360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Avoid the most common useState mistakes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State is how your UI remembers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State with useState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Props come from outside; state lives inside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Changing state re-renders the component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It powers counters, forms, toggles, tabs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TypeScript keeps state values in check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State is a component’s own memory; when it changes, React redraws the screen.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useState basics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State with useState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useState gives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State with useState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Call  useState(initial)  inside a component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It returns a pair: value and a setter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Read the value; call the setter to change it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Destructure it:  const [n, setN] = useState(0)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useState hands back the current value plus a function to update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useState, in plain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State with useState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0927080" cy="329184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1463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149ECA"/>
                </a:solidFill>
                <a:latin typeface="Plus Jakarta Sans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43200"/>
            <a:ext cx="905256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1A2433"/>
                </a:solidFill>
                <a:latin typeface="Inter"/>
              </a:rPr>
              <a:t>Think of a whiteboard with a marker: useState gives you what’s written now, plus the marker to rewrite it — and React reads the board after every change.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TYPING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Inferred vs explicit types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State with useState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From a value, the type is inferred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useState(0) is inferred as  number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Add a type when the start is null or a union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Example:  useState&lt;User | null&gt;(null)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Let TypeScript guess the type from the start value; state it only when the guess is too loose.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Counter.tsx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State with useState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{ useState } from "react";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Counter()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[count, setCount] = useState(0); // inferred: number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&lt;button onClick={() =&gt; setCount(count + 1)}&gt;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Count: {count}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&lt;/button&gt;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export default Counter;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useState(0) infers a number; the setter triggers a re-render.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Updating state safely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State with useState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UPDATES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Update immutably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State with useState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Never mutate state directly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Always call the setter with a new value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For objects/arrays, make a copy first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Use  { ...obj }  or  [ ...arr ]  to copy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Don’t edit state in place; hand React a brand-new value so it knows to re-render.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TagList.tsx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State with useState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{ useState } from "react";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type State = { tags: string[]; count: number };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TagList()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[s, setS] = useState&lt;State&gt;({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tags: [], count: 0,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});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add = (t: string) =&gt;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setS({ ...s, tags: [...s.tags, t] }); // copy both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&lt;b&gt;{s.tags.length}&lt;/b&gt;;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Copy the object with { ...s } and the array with [ ...s.tags ] — never edit in place.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UPDATES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Updates based on the previous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State with useState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Pass a function to the setter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setCount(prev =&gt; prev + 1)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Safest when the next value depends on the last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Avoids stale values in quick updates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When the new value builds on the old one, use prev =&gt; … so you never read a stale value.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Stepper.tsx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State with useState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{ useState } from "react";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Stepper()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[count, setCount] = useState(0);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// each call reads the freshest value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addTwice = () =&gt;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setCount(prev =&gt; prev + 1);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setCount(prev =&gt; prev + 1); // now +2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};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&lt;button onClick={addTwice}&gt;{count}&lt;/button&gt;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prev =&gt; … reads the latest value, so two calls add 2 — not 1.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UPDATES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Batching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State with useState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React groups updates in one event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Multiple setState calls → one re-render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State looks unchanged until the next render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Functional updates read the latest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React batches several state changes together and re-renders once, for speed.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Batching.tsx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State with useState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{ useState } from "react";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Batching()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[count, setCount] = useState(0);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bump = () =&gt;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// both see the same stale count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setCount(count + 1);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setCount(count + 1);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// one re-render → count grows by 1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};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&lt;button onClick={bump}&gt;{count}&lt;/button&gt;;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Two setters in one handler = one re-render; both read the same stale count, so it grows by 1.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Lifting state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State with useState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SHARING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Lifting state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State with useState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Two children need the same data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Move the state to their shared parent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Parent passes value + setter as props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One source of truth, no drift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When siblings must share data, store it in their parent and pass it down as props.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One source of truth in the parent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State with useState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2388870" cy="1463040"/>
          </a:xfrm>
          <a:prstGeom prst="roundRect">
            <a:avLst/>
          </a:prstGeom>
          <a:solidFill>
            <a:srgbClr val="149EC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Parent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owns the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381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6150" y="2834640"/>
            <a:ext cx="2388870" cy="1463040"/>
          </a:xfrm>
          <a:prstGeom prst="roundRect">
            <a:avLst/>
          </a:prstGeom>
          <a:solidFill>
            <a:srgbClr val="0B6D8C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Props down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value + setter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988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2220" y="2834640"/>
            <a:ext cx="2388870" cy="1463040"/>
          </a:xfrm>
          <a:prstGeom prst="roundRect">
            <a:avLst/>
          </a:prstGeom>
          <a:solidFill>
            <a:srgbClr val="3178C6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Child A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reads / updates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595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78290" y="2834640"/>
            <a:ext cx="2388870" cy="14630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Child B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reads the same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App.tsx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State with useState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{ useState } from "react";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Display from "@/Display";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Controls from "@/Controls";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App()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[count, setCount] = useState&lt;number&gt;(0);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&lt;Display count={count} /&gt;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  &lt;Controls onInc={() =&gt; setCount(c =&gt; c + 1)} /&gt;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&lt;/&gt;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State lives in App; children get the value and a handler as props.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Display.tsx &amp; Controls.tsx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State with useState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Display({ count }: { count: number })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&lt;p&gt;Total: {count}&lt;/p&gt;;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Controls({ onInc }: { onInc: () =&gt; void })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&lt;button onClick={onInc}&gt;Add one&lt;/button&gt;;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export { Display, Controls };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Children stay simple: they receive typed props, they don’t own state.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Your 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State with useState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Build a typed toggle with useState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Start with  useState(false)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button flips it with  setOn(o =&gt; !o)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Show ‘On’ or ‘Off’ from the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9E6A"/>
                </a:solidFill>
                <a:latin typeface="Plus Jakarta Sans"/>
              </a:rPr>
              <a:t>▶  TRY IT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const [on, setOn] = useState(false);  then  &lt;button onClick={() =&gt; setOn(o =&gt; !o)}&gt;{on ? "On" : "Off"}&lt;/button&gt;.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Common mistakes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State with useState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Mutating state directly (count++)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Expecting state to change immediately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Ignoring prev in dependent updates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Duplicating shared state in two children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C9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97A0E"/>
                </a:solidFill>
                <a:latin typeface="Plus Jakarta Sans"/>
              </a:rPr>
              <a:t>⚠  WATCH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State updates are async and batched — read the new value on the next render, or use the prev =&gt; … form.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State with useState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23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89280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useState returns a value and a setter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76148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4319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Let types infer; annotate null or unions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3016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1187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Update immutably — always pass a new value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49884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48055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Use prev =&gt; … when it depends on the last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36752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34923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Lift shared state up to the common parent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State with useState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State with useState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What does  useState(0)  return?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Just the number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[value, setter] pair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setter function 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An object with a value key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State with useState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What type is inferred for  useState(0)?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any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number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string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unknown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State with useState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Safest way to increment count based on its last value?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setCount(count + 1)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count++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setCount(prev =&gt; prev + 1)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count = count + 1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State with useState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Two sibling components need the same state. You should…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Copy the state into both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Lift the state to their parent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Use a global variable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Store it in the DOM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Answer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State with useState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002536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01952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Q1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useState returns a tuple: the current value and its setter.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43784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063240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962656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Q2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The initial value 0 is a number, so the state is number.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04488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4123944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023360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Q3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The prev =&gt; … form always reads the latest value safely.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65192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5184648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084064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Q4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Lifting to the shared parent keeps one source of truth.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