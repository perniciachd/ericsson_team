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149ECA"/>
                </a:solidFill>
                <a:latin typeface="Plus Jakarta Sans"/>
              </a:rPr>
              <a:t>useEffect </a:t>
            </a:r>
            <a:r>
              <a:rPr sz="5200" b="1" i="0">
                <a:solidFill>
                  <a:srgbClr val="FFFFFF"/>
                </a:solidFill>
                <a:latin typeface="Plus Jakarta Sans"/>
              </a:rPr>
              <a:t>&amp; Side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Sync your components with the outside world — and know when you don’t need 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useEffect &amp; Side Effects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Explain what a side effect is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Run effects with the right dependency array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Clean up effects to prevent leaks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Spot and fix stale closures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Recognise when you don’t need an effect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Some work happens outside rendering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Subscriptions, timers, and network calls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Rendering must stay pure — no side jobs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useEffect runs that work after render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Used wrong, it causes leaks and bugs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side effect is work that reaches outside your component, like a timer or a fetch.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The effect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useEffect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Runs code after the render is painted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 syncing with things outside React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Takes a function and a dependency list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Returns an optional cleanup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useEffect runs your side-effect code after React updates the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Effects,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Rendering is drawing the room; an effect is what you do after the guests arrive — turn on the lights, start the music — and cleanup is switching them off when everyone leaves.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dependency array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Second argument controls when it runs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[]  runs once, after the first render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[a, b]  re-runs when a or b change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Omit it and it runs after every render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dependency array tells React which values, when changed, should re-run the effect.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When does the effect run?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66160"/>
                <a:gridCol w="73609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Dependencies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Runs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[]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Once, after first render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[value]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When value changes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(omitted)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After every render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cleanup returned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Before re-run and on unmount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Cleanup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 a function to undo the effect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Runs before the next effect, and on unmount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Cancel timers, close sockets, unsubscribe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Prevents leaks and duplicate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returned cleanup tears down the last effect before the next one runs or the component leaves.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Clock.tsx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useState, useEffect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Clock()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[now, setNow] = useState(() =&gt; Date.now());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useEffect(()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const id = setInterval(() =&gt; setNow(Date.now()), 1000);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return () =&gt; clearInterval(id);   // cleanup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}, []);   // deps: run once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&lt;p&gt;{new Date(now).toLocaleTimeString()}&lt;/p&gt;;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An effect with an empty dep array and a cleanup that clears the timer.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effect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Render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paint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Run effect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start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Deps change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cleanup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Unmount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final cleanup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Common pitfalls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Stale 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An effect captures values from its render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Skip a dep and it keeps the old value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effect ‘remembers’ stale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Fix: list every value the effect 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stale closure is an effect holding on to an out-of-date value it forgot to depend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stale.tsx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BAD: count is missing from deps -&gt; stale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useEffect(()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id = setInterval(()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console.log(count);   // always the first value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}, 1000);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() =&gt; clearInterval(id);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}, []);   // &lt;- forgot count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FIX: include count, or use setCount(c =&gt; ...)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}, [count]);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Miss a dependency and the effect keeps the old value forever.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 might not need an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Don’t use effects to transform data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Derive values during render instead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Handle user actions in event handlers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Effects are for external systems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If it doesn’t talk to the outside world, you probably don’t need an effect at 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derive.tsx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NO effect needed — derive during render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Cart({ items }: { items: Item[]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total = items.reduce((s, i) =&gt; s + i.price, 0);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&lt;p&gt;Total: {total}&lt;/p&gt;;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AVOID: an effect + state just to compute total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useEffect(() =&gt; setTotal(...), [items]);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Computed values belong in render, not in an effect with extra state.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a document.title effect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Sync it to a  count  state value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Re-run only when  count  changes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cleanup needed here — explain 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useEffect(() =&gt; { document.title = `Count: ${count}`; }, [count]);  — runs whenever count changes.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Empty deps when the effect uses 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the cleanup function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Using an effect to derive data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Fetching in an effect without cancelling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Lying about dependencies causes stale bugs — list every value the effect reads, or the linter will warn you.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Effects sync components with external systems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Deps decide when the effect re-runs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Return cleanup to cancel and unsubscribe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List every value the effect uses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Derive data in render — not in an effect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does an empty dependency array  []  mean?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Run after every render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Run once, after the first render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Never 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Run only on unmount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is the returned function in a useEffect for?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Rendering JSX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Cleanup — cancel or unsubscribe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Setting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Nothing, it’s ignored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An effect logs an old state value. Likely cause?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React is broken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missing dependency — a stale closure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Too many dependencies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cleanup ran too early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You need a total from a list of prices. Best approach?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 effect that sets total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Compute it during render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timer that recomputes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Store it in a ref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useEffect &amp;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Empty deps run the effect once, after the first render.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returned function cleans up before re-run and on unmount.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missing dep captures a stale value — a stale closure.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Derive it in render; no effect or extra state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