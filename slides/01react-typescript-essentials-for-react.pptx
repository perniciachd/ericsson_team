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Plus Jakarta Sans"/>
              </a:rPr>
              <a:t>TypeScript </a:t>
            </a:r>
            <a:r>
              <a:rPr sz="5200" b="1" i="0">
                <a:solidFill>
                  <a:srgbClr val="149ECA"/>
                </a:solidFill>
                <a:latin typeface="Plus Jakarta Sans"/>
              </a:rPr>
              <a:t>Essentials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Plus Jakarta Sans"/>
              </a:rPr>
              <a:t>for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Add types to your React apps for safer code, fearless refactors, and self-documenting APIs.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TypeScript Essentials for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Explain why TypeScript makes React safer and clearer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 primitives, arrays, tuples, objects and type aliases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Choose between type, interface, unions and intersections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Narrow union types safely with type guards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props, hooks and functions with light generics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TypeScript catches bugs before your users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Errors surface in your editor, not in production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Rename and refactor with confidence across files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Props and function signatures document themselves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Autocomplete knows your data’s exact shape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TypeScript is JavaScript plus labels on your data, so the editor warns you before you run the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The type system, from primitives to objects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CORE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Primitive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string, number, boolean — the everyday values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null and undefined are their own types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Annotate with a colon:  const age: number = 30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Often TypeScript infers the type for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You rarely write types for simple values — TypeScript guesses them from what you assign.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CORE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Arrays and tuples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Array: many items of one type  —  number[]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Tuple: fixed length, fixed order  —  [string, number]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useState returns a tuple: [value, setValue]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Tuples give each position its own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An array is a list of the same thing; a tuple is a small fixed slot-by-slot pack.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CORE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Objects and type aliases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Describe an object’s shape field by field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Name a shape once with a type alias, reuse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Mark optional fields with a ?  —  role?: string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readonly blocks accidental reassignment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type alias is a reusable label for a shape so you don’t repeat it everywhere.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Composing and narrowing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type vs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4046220"/>
                <a:gridCol w="40462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Question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type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interface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Describe object shape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JetBrains Mono"/>
                        </a:rPr>
                        <a:t>Yes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Unions &amp; primitives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JetBrains Mono"/>
                        </a:rPr>
                        <a:t>Yes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Reopen / merge later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JetBrains Mono"/>
                        </a:rPr>
                        <a:t>No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Best for React props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JetBrains Mono"/>
                        </a:rPr>
                        <a:t>Fine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Common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Unions, intersections and literals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Union (|): value is one of several types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Intersection (&amp;): combine shapes into one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Literal: an exact value  —  "sm" | "md" | "lg"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Great for props like a fixed set of sizes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Union = ‘this OR that’; intersection = ‘this AND that’; literal = ‘exactly this value’.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unions.tsx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literal union: one of a fixed set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Size = "sm" | "md" | "lg";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Base = { id: number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Stamps = { createdAt: string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intersection merges both shapes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Entity = Base &amp; Stamps;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union: value is one of several types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Id = number | string;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size: Size = "md";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row: Entity = { id: 1, createdAt: "now" 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literal union, an intersection that merges shapes, and a plain union.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Type narrowing,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A union type is a labelled box that might hold a cat or a dog. Narrowing is checking the label first, so you only try to bark the dog.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Type narrowing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Start wide (a union), then prove which type it is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typeof, in, or a custom type guard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Inside the check, TypeScript knows the exact type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Handle every case — no forgotten branches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Narrowing is asking ‘which one is it right now?’ so the editor unlocks the right methods.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narrowing.tsx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Val = string | number;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toLabel(v: Val): string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// typeof narrows the union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if (typeof v === "number")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return v.toFixed(2);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v.toUpperCase();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a = toLabel(3.5);   // "3.50"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b = toLabel("hi");  // "HI"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typeof narrows the union, so each branch knows the exact type.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Typing functions, props and hooks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Function parameters and return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each parameter:  (name: string)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 type often inferred — add it for clarity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void when a function returns nothing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Typed handlers guide correct event usage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Tell a function what it takes and what it gives back; the editor enforces both call sites.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functions.tsx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params typed, explicit return type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add(a: number, b: number): number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a + b;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returns nothing -&gt; void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logId(id: string): void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console.log(`id: ${id}`);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return type inferred (number)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double = (n: number) =&gt; n * 2;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Typed parameters, an explicit void return, and an inferred return type.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Generics — just enough for React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generic is a type placeholder, written &lt;T&gt;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useState&lt;number&gt;(0) locks the state type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Reusable props:  list&lt;T&gt; works for any item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Start simple — most hooks infer T for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generic is a ‘fill-in-the-type-later’ slot so one function works for many types safely.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generics.tsx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generic function: T is filled per call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first&lt;T&gt;(items: T[]): T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items[0];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n = first&lt;number&gt;([1, 2, 3]); // number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s = first(["a", "b"]);        // string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generic hook: state is typed number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const [count, setCount] = useState&lt;number&gt;(0);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One generic function reused for any type, plus a typed useState hook.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greetUser.tsx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interface User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id: number;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name: string;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role?: "admin" | "member";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Status = "loading" | User;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type guard narrows the union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isUser(s: Status): s is User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s !== "loading";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greet(s: Status): string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isUser(s) ? `Hi, ${s.name}` : "Loading...";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typed interface, a union type, and a type guard narrowing it inside a typed function.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narrowing unlocks a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Union value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string |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Type guard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isUser(s)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Narrowed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 is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Safe access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s.name works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Guardrails: unknown, any, never &amp; strict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unknown vs any vs never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4046220"/>
                <a:gridCol w="40462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Type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Meaning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Use it for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unknown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JetBrains Mono"/>
                        </a:rPr>
                        <a:t>value, check first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Safe untyped input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any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JetBrains Mono"/>
                        </a:rPr>
                        <a:t>opt out of checks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Avoid — last resort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never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JetBrains Mono"/>
                        </a:rPr>
                        <a:t>cannot happen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Exhaustive checks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tsconfig strict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"strict": true turns on all safety checks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Flags implicit any and unhandled null / undefined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Best enabled from day one of a project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More upfront typing, far fewer runtime surprises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Strict mode is the seatbelt — slightly more effort now, big protection later.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Model a Product with id, title and price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an optional onSale boolean flag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Write a typed function that formats the price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 a string like  “$19.00”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Define  interface Product { id: number; title: string; price: number; onSale?: boolean }  then type  format(p: Product): string.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Reaching for any to ‘make errors go away’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Typing props as object instead of a real shape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Skipping narrowing, then hitting undefined at runtime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Leaving strict mode off in a fresh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any silently disables checking — prefer unknown and narrow it, so the compiler still has your back.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Types are labels that catch bugs in the editor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 interface for props; type for unions and literals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Narrow unions with type guards before you use them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Reach for unknown over any; keep strict mode on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Let inference help — annotate where it adds clarity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Which type best describes useState’s [value, setter] return?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array  (number[])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tuple  ([T, setter])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union type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You have  string | User.  How do you safely read .name?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Cast it with  as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 any to skip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Narrow it with a type guard 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Access .name directly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Which is best for a fixed set of sizes:  "sm" | "md" | "lg"?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number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String literal union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intersection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any type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You get untyped JSON from an API. Safest type to start with?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unknown, then narrow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never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object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TypeScript Essentials for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useState returns a fixed-order tuple: [value, setValue].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type guard narrows the union so .name is safe.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string literal union restricts to those exact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unknown forces a check before use; any disables safety.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