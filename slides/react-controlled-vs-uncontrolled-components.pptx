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Plus Jakarta Sans"/>
              </a:rPr>
              <a:t>Controlled </a:t>
            </a:r>
            <a:r>
              <a:rPr sz="4600" b="1" i="0">
                <a:solidFill>
                  <a:srgbClr val="149ECA"/>
                </a:solidFill>
                <a:latin typeface="Plus Jakarta Sans"/>
              </a:rPr>
              <a:t>vs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49ECA"/>
                </a:solidFill>
                <a:latin typeface="Plus Jakarta Sans"/>
              </a:rPr>
              <a:t>Uncontrolled</a:t>
            </a:r>
            <a:r>
              <a:rPr sz="4600" b="1" i="0">
                <a:solidFill>
                  <a:srgbClr val="FFFFFF"/>
                </a:solidFill>
                <a:latin typeface="Plus Jakarta Sans"/>
              </a:rPr>
              <a:t>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Know who owns an input’s value — React state, or the DOM — and pick the right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Controlled vs Uncontrolled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what makes an input controlled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Drive an input’s value from state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Read an uncontrolled input with a ref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useRef for a DOM element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Choose controlled vs uncontrolled wisely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Who owns the input’s value?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Every form input holds a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state can own it — or the DOM can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That single choice shapes your form code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Pick wrong and inputs feel buggy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input’s value lives in one of two places: your React state, or the DOM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Controlled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Controlled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 holds the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value={state} sets what shows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onChange updates the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is the single source of truth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controlled input shows state and reports every change back to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Controlled inputs,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Like a thermostat you set: the dial shows the number you chose, and every turn updates that setting — the display and the value never drift apart.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NameField.tsx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useState, type ChangeEvent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NameField()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[name, setName] = useState("");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onChange(e: ChangeEvent&lt;HTMLInputElement&gt;)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setName(e.target.value);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&lt;input value={name} onChange={onChange} /&gt;;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value + onChange = controlled; state is the single source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Why controlled inputs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Validate or format on every keystroke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Disable submit until the form is valid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Reset by setting state back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value is always in your hands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Because state owns the value, you can inspect and change it any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Uncontrolled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UNCONTROLLED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Uncontrolled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DOM keeps the value, not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value / onChange wiring needed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read it only when you need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ref grabs the DOM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uncontrolled input holds its own value in the DOM; you read it on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a ref?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stable box that points to a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useRef survives re-renders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Attach to an element with  ref={...}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the node via  ref.current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ref is a handle React keeps to a DOM node or value, reachable at ref.current.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Typing useRef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the element it will hold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useRef&lt;HTMLInputElement&gt;(null)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Starts null until the DOM mounts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ref.current may be null — check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Give useRef the element type so ref.current is typed, and guard the null case.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SearchBox.tsx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useRef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SearchBox()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inputRef = useRef&lt;HTMLInputElement&gt;(null);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function search()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console.log(inputRef.current?.value);   // read on demand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&lt;input ref={inputRef} defaultValue=""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&lt;button onClick={search}&gt;Search&lt;/button&gt;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typed ref reads the DOM value only when the button is clicked.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Choosing between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Where does the value live?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User types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into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Controlled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React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Uncontrolled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the 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You read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state or ref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Controlled vs uncontrolled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3909060"/>
                <a:gridCol w="390906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Aspect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Controlled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Uncontrolled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Value lives in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State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The DOM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Wiring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value + onChange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ref + defaultValue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Live validation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Easy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Hard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Read the value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Always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On demand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When to use which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Controlled: the default for most forms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Uncontrolled: simple or one-shot reads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Refs also: focus, scroll, media, timers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Never mix value and defaultValue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Reach for controlled by default; use a ref when you only need the value once.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controlled email input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Disable submit while it’s empty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an uncontrolled input via a ref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Log both values on submit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ref = useRef&lt;HTMLInputElement&gt;(null);  read it with ref.current?.value on submit.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value={state} with no onChange (read-only)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Mixing value and defaultValue on one input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Reading ref.current before it mounts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a ref where state is clearer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value without onChange freezes the input — add onChange, or use defaultValue for an uncontrolled field.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Controlled: state owns the value (value + onChange)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Uncontrolled: the DOM owns it, read via a ref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useRef&lt;HTMLInputElement&gt;(null)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ref.current can be null — guard it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Default to controlled; ref for one-shot reads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makes an input controlled?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uses a 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value comes from state + onChange updates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has a defaultValue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is inside a 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type a ref for an input element?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useRef(null)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useRef&lt;HTMLInputElement&gt;(null)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useRef&lt;string&gt;("")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useState&lt;HTMLInputElement&gt;()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do you read an uncontrolled input’s value?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From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ref.current?.value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e.target.name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You cannot read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An input has value={x} but no onChange. What happens?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works normally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becomes read-only / frozen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throws an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becomes uncontrolled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Controlled vs Uncontrolled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Controlled means state supplies value and onChange updates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useRef&lt;HTMLInputElement&gt;(null) types the DOM node it 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Read the DOM node’s value through ref.current?.value.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value with no onChange makes the field read-only.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