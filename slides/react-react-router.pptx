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Plus Jakarta Sans"/>
              </a:rPr>
              <a:t>React </a:t>
            </a:r>
            <a:r>
              <a:rPr sz="5400" b="1" i="0">
                <a:solidFill>
                  <a:srgbClr val="149ECA"/>
                </a:solidFill>
                <a:latin typeface="Plus Jakarta Sans"/>
              </a:rPr>
              <a:t>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Turn one page into many — map URLs to components with nested layouts and typed params.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React Router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Set up the router and define routes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Nest routes inside a shared layout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Navigate with Link, NavLink, useNavigate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Read a typed :id route param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Guard pages with a protected route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Real apps have many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Boolean flags don’t scale past a few views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URLs let users bookmark and share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back button just works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One layout wraps every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router maps each URL to a component, so the address bar drives what you see.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Setup &amp;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Install and mount the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 react-router-dom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Wrap the app in a router once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Define a list of route objects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Each route maps a path to an element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Install react-router-dom, create a router from your routes, and render it at the root.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main.tsx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createBrowserRouter, RouterProvider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from "react-router-dom";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Home from "@/pages/Home";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router = createBrowserRouter([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{ path: "/", element: &lt;Home /&gt; },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]);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default function App()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&lt;RouterProvider router={router} 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One route maps “/” to Home; RouterProvider renders the 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Nested routes &amp; layouts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Nested routes and layouts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parent route renders a shared layout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Children render inside an  &lt;Outlet /&gt;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Header and nav stay; only content swaps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One frame, many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layout route draws the shell; its child routes fill the Outlet with the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Nested routes,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A layout is a picture frame on the wall: the frame and matting stay put, and the router simply swaps which photo sits inside as you move around.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routes.tsx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router = createBrowserRouter([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path: "/", element: &lt;Layout /&gt;,   // shared shell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children: [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 index: true, element: &lt;Funds /&gt; },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 path: "funds/:id", element: &lt;FundDetail /&gt; },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],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Layout is the parent; index and funds/:id render inside its Outlet.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Layout.tsx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Outlet, NavLink } from "react-router-dom";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Layout()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&lt;div&gt;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&lt;nav&gt;&lt;NavLink to="/"&gt;Funds&lt;/NavLink&gt;&lt;/nav&gt;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&lt;main&gt;&lt;Outlet /&gt;&lt;/main&gt;   {/* child route here */}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&lt;/div&gt;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The child route renders exactly where &lt;Outlet /&gt; sits.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a URL becomes a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URL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/funds/2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Router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matches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Layout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renders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Outlet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shows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Link and NavLink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Link changes the URL, no page reload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 to="/path"  instead of href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NavLink adds an ‘active’ style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Great for nav bars and tabs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Link navigates without reloading; NavLink also knows when it’s the current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Programmatic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Navigate from code, not a click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const navigate = useNavigate()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Call  navigate("/portfolio")  after an action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Perfect after a form submit or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useNavigate lets you move to another route from inside an event handler.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InvestForm.tsx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useNavigate } from "react-router-dom";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InvestForm()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navigate = useNavigate();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function onSubmit()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// ...save the SIP...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navigate("/portfolio");   // go to dashboard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&lt;button onClick={onSubmit}&gt;Invest&lt;/button&gt;;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After saving, navigate() sends the user to the portfolio route.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Params, search &amp; 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PARAMS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Reading a typed route param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 :id  in the path is a variable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 it with  useParams()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it:  useParams&lt;{ id: string }&gt;()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Params are always strings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useParams reads the :id from the URL; remember it comes in as a string.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FundDetail.tsx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useParams } from "react-router-dom";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FundDetail()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{ id } = useParams&lt;{ id: string }&gt;();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fund = funds.find(f =&gt; f.id === id);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if (!fund) return &lt;p&gt;Fund not found&lt;/p&gt;;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&lt;h1&gt;{fund.name}&lt;/h1&gt;;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useParams reads :id; guard the not-found case before using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Search params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 ?q=equity  part of a URL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 and set with  useSearchParams()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Great for filters and search boxes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Shareable, bookmarkable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useSearchParams reads and updates the ?query part, so filters live in the URL.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protected-route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Wrap private pages in a guard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Check auth; if out, redirect to login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 &lt;Navigate to="/login" /&gt;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Otherwise render the children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A guard is just a component: if not logged in, return &lt;Navigate to="/login" replace /&gt;, else render &lt;Outlet /&gt;.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Protected.tsx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Navigate, Outlet } from "react-router-dom";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Protected({ ok }: { ok: boolean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if (!ok) return &lt;Navigate to="/login" replace 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&lt;Outlet /&gt;;   // render the private pages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{ element: &lt;Protected ok={isAuth} /&gt;, children: [...]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Logged out → redirect; logged in → render the nested pages.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  /funds/:id  route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  id  with  useParams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Find and show that fund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 NavLink back to the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const { id } = useParams&lt;{ id: string }&gt;();  then  funds.find(f =&gt; f.id === id).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Using  &lt;a href&gt;  instead of  &lt;Link to&gt;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the  &lt;Outlet /&gt;  in a layout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Treating a route param as a number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guard on a private 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&lt;a href&gt; triggers a full page reload and loses state — always use &lt;Link to&gt; inside the app.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Routes map URLs to components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 layout route + &lt;Outlet /&gt; shares one shell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Link / NavLink navigate without reloads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useNavigate moves from code; useParams reads :id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Guard private pages with &lt;Navigate /&gt;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Where do child routes render inside a layout?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 a &lt;Link&gt;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 an &lt;Outlet /&gt;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 useParams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 the &lt;head&gt;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 you navigate from inside an event handler?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window.location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useNavigate()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&lt;Link&gt;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useParams()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 you read the :id from  /funds/:id?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useSearchParams()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useParams()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useNavigate()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props.id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does a protected route redirect a logged-out user?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throw an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return &lt;Navigate to="/login" /&gt;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hide the component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reload the page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Child routes render where the parent places its &lt;Outlet /&gt;.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useNavigate() returns a function to change routes from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useParams() reads dynamic segments like :id from the URL.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Returning &lt;Navigate to="/login" /&gt; redirects declaratively.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